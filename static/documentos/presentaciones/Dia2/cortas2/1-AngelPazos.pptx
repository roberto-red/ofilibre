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58" r:id="rId8"/>
    <p:sldId id="262" r:id="rId9"/>
    <p:sldId id="260" r:id="rId10"/>
    <p:sldId id="264" r:id="rId11"/>
    <p:sldId id="263" r:id="rId12"/>
    <p:sldId id="261" r:id="rId13"/>
  </p:sldIdLst>
  <p:sldSz cx="9753600" cy="73152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8F"/>
    <a:srgbClr val="CB0017"/>
    <a:srgbClr val="EA7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D1ECA-B578-2C4C-A61C-272F1F5FFFC7}" v="37" dt="2026-03-26T05:54:11.268"/>
    <p1510:client id="{EDCE0CD3-7378-49DC-80C1-71A406FDF0C8}" v="6" dt="2026-03-25T09:14:05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88" d="100"/>
          <a:sy n="88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Esteban Galarza" userId="S::m.esteban.2020@alumnos.urjc.es::b64e5c7b-6c30-48a7-978d-8dfc3dce9520" providerId="AD" clId="Web-{68D6DC9B-D4FA-A3D7-51FF-9E84B368AEAD}"/>
    <pc:docChg chg="modSld">
      <pc:chgData name="Miguel Esteban Galarza" userId="S::m.esteban.2020@alumnos.urjc.es::b64e5c7b-6c30-48a7-978d-8dfc3dce9520" providerId="AD" clId="Web-{68D6DC9B-D4FA-A3D7-51FF-9E84B368AEAD}" dt="2026-03-17T23:37:51.467" v="3" actId="20577"/>
      <pc:docMkLst>
        <pc:docMk/>
      </pc:docMkLst>
      <pc:sldChg chg="modSp">
        <pc:chgData name="Miguel Esteban Galarza" userId="S::m.esteban.2020@alumnos.urjc.es::b64e5c7b-6c30-48a7-978d-8dfc3dce9520" providerId="AD" clId="Web-{68D6DC9B-D4FA-A3D7-51FF-9E84B368AEAD}" dt="2026-03-17T23:37:51.467" v="3" actId="20577"/>
        <pc:sldMkLst>
          <pc:docMk/>
          <pc:sldMk cId="0" sldId="256"/>
        </pc:sldMkLst>
        <pc:spChg chg="mod">
          <ac:chgData name="Miguel Esteban Galarza" userId="S::m.esteban.2020@alumnos.urjc.es::b64e5c7b-6c30-48a7-978d-8dfc3dce9520" providerId="AD" clId="Web-{68D6DC9B-D4FA-A3D7-51FF-9E84B368AEAD}" dt="2026-03-17T23:37:51.467" v="3" actId="20577"/>
          <ac:spMkLst>
            <pc:docMk/>
            <pc:sldMk cId="0" sldId="256"/>
            <ac:spMk id="2" creationId="{909C4427-1B10-4E10-9E7E-5881AB167BFC}"/>
          </ac:spMkLst>
        </pc:spChg>
      </pc:sldChg>
    </pc:docChg>
  </pc:docChgLst>
  <pc:docChgLst>
    <pc:chgData name="Miguel Esteban Galarza" userId="S::m.esteban.2020@alumnos.urjc.es::b64e5c7b-6c30-48a7-978d-8dfc3dce9520" providerId="AD" clId="Web-{02FAF576-26A7-9F24-785C-D8C92C202B9F}"/>
    <pc:docChg chg="modSld">
      <pc:chgData name="Miguel Esteban Galarza" userId="S::m.esteban.2020@alumnos.urjc.es::b64e5c7b-6c30-48a7-978d-8dfc3dce9520" providerId="AD" clId="Web-{02FAF576-26A7-9F24-785C-D8C92C202B9F}" dt="2026-03-18T00:04:34.154" v="99"/>
      <pc:docMkLst>
        <pc:docMk/>
      </pc:docMkLst>
      <pc:sldChg chg="addSp modSp">
        <pc:chgData name="Miguel Esteban Galarza" userId="S::m.esteban.2020@alumnos.urjc.es::b64e5c7b-6c30-48a7-978d-8dfc3dce9520" providerId="AD" clId="Web-{02FAF576-26A7-9F24-785C-D8C92C202B9F}" dt="2026-03-17T23:48:47.295" v="18" actId="1076"/>
        <pc:sldMkLst>
          <pc:docMk/>
          <pc:sldMk cId="936750466" sldId="261"/>
        </pc:sldMkLst>
        <pc:picChg chg="mod">
          <ac:chgData name="Miguel Esteban Galarza" userId="S::m.esteban.2020@alumnos.urjc.es::b64e5c7b-6c30-48a7-978d-8dfc3dce9520" providerId="AD" clId="Web-{02FAF576-26A7-9F24-785C-D8C92C202B9F}" dt="2026-03-17T23:48:47.295" v="18" actId="1076"/>
          <ac:picMkLst>
            <pc:docMk/>
            <pc:sldMk cId="936750466" sldId="261"/>
            <ac:picMk id="4" creationId="{1D5D5349-1AB5-05A5-A025-1B5BAE5A0A65}"/>
          </ac:picMkLst>
        </pc:picChg>
      </pc:sldChg>
    </pc:docChg>
  </pc:docChgLst>
  <pc:docChgLst>
    <pc:chgData name="Antonio Sánchez Rosa" userId="d9b1b5a3-29b4-468c-ae30-4ad890353e72" providerId="ADAL" clId="{F4969F72-DA33-48E3-93DF-C0CE2B58F380}"/>
    <pc:docChg chg="undo custSel addSld delSld modSld sldOrd">
      <pc:chgData name="Antonio Sánchez Rosa" userId="d9b1b5a3-29b4-468c-ae30-4ad890353e72" providerId="ADAL" clId="{F4969F72-DA33-48E3-93DF-C0CE2B58F380}" dt="2026-03-25T09:14:20.440" v="575" actId="1076"/>
      <pc:docMkLst>
        <pc:docMk/>
      </pc:docMkLst>
      <pc:sldChg chg="addSp modSp mod">
        <pc:chgData name="Antonio Sánchez Rosa" userId="d9b1b5a3-29b4-468c-ae30-4ad890353e72" providerId="ADAL" clId="{F4969F72-DA33-48E3-93DF-C0CE2B58F380}" dt="2026-03-25T08:48:12.693" v="85" actId="1076"/>
        <pc:sldMkLst>
          <pc:docMk/>
          <pc:sldMk cId="0" sldId="256"/>
        </pc:sldMkLst>
        <pc:picChg chg="add mod">
          <ac:chgData name="Antonio Sánchez Rosa" userId="d9b1b5a3-29b4-468c-ae30-4ad890353e72" providerId="ADAL" clId="{F4969F72-DA33-48E3-93DF-C0CE2B58F380}" dt="2026-03-25T08:48:12.693" v="85" actId="1076"/>
          <ac:picMkLst>
            <pc:docMk/>
            <pc:sldMk cId="0" sldId="256"/>
            <ac:picMk id="4" creationId="{1C286113-DFBC-7C57-6DF6-93374C83DE2B}"/>
          </ac:picMkLst>
        </pc:picChg>
      </pc:sldChg>
      <pc:sldChg chg="modSp mod">
        <pc:chgData name="Antonio Sánchez Rosa" userId="d9b1b5a3-29b4-468c-ae30-4ad890353e72" providerId="ADAL" clId="{F4969F72-DA33-48E3-93DF-C0CE2B58F380}" dt="2026-03-23T10:42:05.895" v="1" actId="14100"/>
        <pc:sldMkLst>
          <pc:docMk/>
          <pc:sldMk cId="3424566277" sldId="257"/>
        </pc:sldMkLst>
        <pc:spChg chg="mod">
          <ac:chgData name="Antonio Sánchez Rosa" userId="d9b1b5a3-29b4-468c-ae30-4ad890353e72" providerId="ADAL" clId="{F4969F72-DA33-48E3-93DF-C0CE2B58F380}" dt="2026-03-23T10:42:04.075" v="0" actId="14100"/>
          <ac:spMkLst>
            <pc:docMk/>
            <pc:sldMk cId="3424566277" sldId="257"/>
            <ac:spMk id="6" creationId="{4CDF422E-F468-C9B6-1AE5-C3BE3CFE10A7}"/>
          </ac:spMkLst>
        </pc:spChg>
        <pc:spChg chg="mod">
          <ac:chgData name="Antonio Sánchez Rosa" userId="d9b1b5a3-29b4-468c-ae30-4ad890353e72" providerId="ADAL" clId="{F4969F72-DA33-48E3-93DF-C0CE2B58F380}" dt="2026-03-23T10:42:05.895" v="1" actId="14100"/>
          <ac:spMkLst>
            <pc:docMk/>
            <pc:sldMk cId="3424566277" sldId="257"/>
            <ac:spMk id="7" creationId="{838AED58-B273-C408-A2F1-DE0A436C71EA}"/>
          </ac:spMkLst>
        </pc:spChg>
      </pc:sldChg>
      <pc:sldChg chg="modSp mod">
        <pc:chgData name="Antonio Sánchez Rosa" userId="d9b1b5a3-29b4-468c-ae30-4ad890353e72" providerId="ADAL" clId="{F4969F72-DA33-48E3-93DF-C0CE2B58F380}" dt="2026-03-25T08:48:58.832" v="101" actId="1076"/>
        <pc:sldMkLst>
          <pc:docMk/>
          <pc:sldMk cId="216141352" sldId="258"/>
        </pc:sldMkLst>
        <pc:spChg chg="mod">
          <ac:chgData name="Antonio Sánchez Rosa" userId="d9b1b5a3-29b4-468c-ae30-4ad890353e72" providerId="ADAL" clId="{F4969F72-DA33-48E3-93DF-C0CE2B58F380}" dt="2026-03-25T08:48:58.832" v="101" actId="1076"/>
          <ac:spMkLst>
            <pc:docMk/>
            <pc:sldMk cId="216141352" sldId="258"/>
            <ac:spMk id="2" creationId="{0F2F375E-705E-58C7-2DCA-F6F29076BA35}"/>
          </ac:spMkLst>
        </pc:spChg>
      </pc:sldChg>
      <pc:sldChg chg="modSp del mod ord">
        <pc:chgData name="Antonio Sánchez Rosa" userId="d9b1b5a3-29b4-468c-ae30-4ad890353e72" providerId="ADAL" clId="{F4969F72-DA33-48E3-93DF-C0CE2B58F380}" dt="2026-03-25T08:55:48.390" v="513" actId="47"/>
        <pc:sldMkLst>
          <pc:docMk/>
          <pc:sldMk cId="1328731526" sldId="259"/>
        </pc:sldMkLst>
      </pc:sldChg>
      <pc:sldChg chg="addSp delSp modSp mod">
        <pc:chgData name="Antonio Sánchez Rosa" userId="d9b1b5a3-29b4-468c-ae30-4ad890353e72" providerId="ADAL" clId="{F4969F72-DA33-48E3-93DF-C0CE2B58F380}" dt="2026-03-25T08:53:28.343" v="485" actId="1038"/>
        <pc:sldMkLst>
          <pc:docMk/>
          <pc:sldMk cId="3110326268" sldId="260"/>
        </pc:sldMkLst>
        <pc:picChg chg="del">
          <ac:chgData name="Antonio Sánchez Rosa" userId="d9b1b5a3-29b4-468c-ae30-4ad890353e72" providerId="ADAL" clId="{F4969F72-DA33-48E3-93DF-C0CE2B58F380}" dt="2026-03-25T08:52:18.115" v="455" actId="478"/>
          <ac:picMkLst>
            <pc:docMk/>
            <pc:sldMk cId="3110326268" sldId="260"/>
            <ac:picMk id="5" creationId="{7707EB4D-4EB9-1118-FEAD-774FD4A71235}"/>
          </ac:picMkLst>
        </pc:picChg>
        <pc:picChg chg="del">
          <ac:chgData name="Antonio Sánchez Rosa" userId="d9b1b5a3-29b4-468c-ae30-4ad890353e72" providerId="ADAL" clId="{F4969F72-DA33-48E3-93DF-C0CE2B58F380}" dt="2026-03-25T08:52:19.003" v="456" actId="478"/>
          <ac:picMkLst>
            <pc:docMk/>
            <pc:sldMk cId="3110326268" sldId="260"/>
            <ac:picMk id="6" creationId="{9221AD18-B281-E015-DBCF-D6F8F2E2FF46}"/>
          </ac:picMkLst>
        </pc:picChg>
        <pc:picChg chg="add mod">
          <ac:chgData name="Antonio Sánchez Rosa" userId="d9b1b5a3-29b4-468c-ae30-4ad890353e72" providerId="ADAL" clId="{F4969F72-DA33-48E3-93DF-C0CE2B58F380}" dt="2026-03-25T08:53:28.343" v="485" actId="1038"/>
          <ac:picMkLst>
            <pc:docMk/>
            <pc:sldMk cId="3110326268" sldId="260"/>
            <ac:picMk id="7" creationId="{9DD82589-2F46-E95F-5D39-A5EC2F1EF460}"/>
          </ac:picMkLst>
        </pc:picChg>
        <pc:picChg chg="add mod">
          <ac:chgData name="Antonio Sánchez Rosa" userId="d9b1b5a3-29b4-468c-ae30-4ad890353e72" providerId="ADAL" clId="{F4969F72-DA33-48E3-93DF-C0CE2B58F380}" dt="2026-03-25T08:53:14.024" v="472" actId="1076"/>
          <ac:picMkLst>
            <pc:docMk/>
            <pc:sldMk cId="3110326268" sldId="260"/>
            <ac:picMk id="9" creationId="{24A1EFF2-16AE-ACE9-88BF-6CC75B6E52FA}"/>
          </ac:picMkLst>
        </pc:picChg>
      </pc:sldChg>
      <pc:sldChg chg="addSp modSp mod">
        <pc:chgData name="Antonio Sánchez Rosa" userId="d9b1b5a3-29b4-468c-ae30-4ad890353e72" providerId="ADAL" clId="{F4969F72-DA33-48E3-93DF-C0CE2B58F380}" dt="2026-03-25T08:56:03.492" v="516" actId="1076"/>
        <pc:sldMkLst>
          <pc:docMk/>
          <pc:sldMk cId="936750466" sldId="261"/>
        </pc:sldMkLst>
        <pc:picChg chg="add mod">
          <ac:chgData name="Antonio Sánchez Rosa" userId="d9b1b5a3-29b4-468c-ae30-4ad890353e72" providerId="ADAL" clId="{F4969F72-DA33-48E3-93DF-C0CE2B58F380}" dt="2026-03-25T08:56:03.492" v="516" actId="1076"/>
          <ac:picMkLst>
            <pc:docMk/>
            <pc:sldMk cId="936750466" sldId="261"/>
            <ac:picMk id="2" creationId="{F398403D-D562-6DF0-72F7-8C18A7F62873}"/>
          </ac:picMkLst>
        </pc:picChg>
      </pc:sldChg>
      <pc:sldChg chg="addSp delSp modSp add mod">
        <pc:chgData name="Antonio Sánchez Rosa" userId="d9b1b5a3-29b4-468c-ae30-4ad890353e72" providerId="ADAL" clId="{F4969F72-DA33-48E3-93DF-C0CE2B58F380}" dt="2026-03-25T09:02:12.919" v="569" actId="478"/>
        <pc:sldMkLst>
          <pc:docMk/>
          <pc:sldMk cId="3625940117" sldId="262"/>
        </pc:sldMkLst>
        <pc:spChg chg="del">
          <ac:chgData name="Antonio Sánchez Rosa" userId="d9b1b5a3-29b4-468c-ae30-4ad890353e72" providerId="ADAL" clId="{F4969F72-DA33-48E3-93DF-C0CE2B58F380}" dt="2026-03-25T08:49:09.664" v="102" actId="478"/>
          <ac:spMkLst>
            <pc:docMk/>
            <pc:sldMk cId="3625940117" sldId="262"/>
            <ac:spMk id="2" creationId="{5F71CC01-BFD3-A626-93C8-8A23D9E33BC6}"/>
          </ac:spMkLst>
        </pc:spChg>
        <pc:spChg chg="add mod">
          <ac:chgData name="Antonio Sánchez Rosa" userId="d9b1b5a3-29b4-468c-ae30-4ad890353e72" providerId="ADAL" clId="{F4969F72-DA33-48E3-93DF-C0CE2B58F380}" dt="2026-03-25T08:44:59.747" v="77" actId="1076"/>
          <ac:spMkLst>
            <pc:docMk/>
            <pc:sldMk cId="3625940117" sldId="262"/>
            <ac:spMk id="22" creationId="{8372EB80-2171-5333-5A7F-6CF92CD7E611}"/>
          </ac:spMkLst>
        </pc:spChg>
        <pc:spChg chg="add mod">
          <ac:chgData name="Antonio Sánchez Rosa" userId="d9b1b5a3-29b4-468c-ae30-4ad890353e72" providerId="ADAL" clId="{F4969F72-DA33-48E3-93DF-C0CE2B58F380}" dt="2026-03-25T08:44:51.175" v="75" actId="1076"/>
          <ac:spMkLst>
            <pc:docMk/>
            <pc:sldMk cId="3625940117" sldId="262"/>
            <ac:spMk id="23" creationId="{7872B6F5-F550-4421-5B9C-805628E313F7}"/>
          </ac:spMkLst>
        </pc:spChg>
        <pc:spChg chg="add mod">
          <ac:chgData name="Antonio Sánchez Rosa" userId="d9b1b5a3-29b4-468c-ae30-4ad890353e72" providerId="ADAL" clId="{F4969F72-DA33-48E3-93DF-C0CE2B58F380}" dt="2026-03-25T08:49:10.060" v="103"/>
          <ac:spMkLst>
            <pc:docMk/>
            <pc:sldMk cId="3625940117" sldId="262"/>
            <ac:spMk id="24" creationId="{CC38F6FF-1FE9-2DBF-EE16-942B95C964E3}"/>
          </ac:spMkLst>
        </pc:spChg>
        <pc:picChg chg="del">
          <ac:chgData name="Antonio Sánchez Rosa" userId="d9b1b5a3-29b4-468c-ae30-4ad890353e72" providerId="ADAL" clId="{F4969F72-DA33-48E3-93DF-C0CE2B58F380}" dt="2026-03-25T08:39:00.133" v="7" actId="478"/>
          <ac:picMkLst>
            <pc:docMk/>
            <pc:sldMk cId="3625940117" sldId="262"/>
            <ac:picMk id="3" creationId="{4661206D-E1EA-A68C-24F4-A404071B9B29}"/>
          </ac:picMkLst>
        </pc:picChg>
        <pc:picChg chg="del">
          <ac:chgData name="Antonio Sánchez Rosa" userId="d9b1b5a3-29b4-468c-ae30-4ad890353e72" providerId="ADAL" clId="{F4969F72-DA33-48E3-93DF-C0CE2B58F380}" dt="2026-03-25T08:38:59.243" v="6" actId="478"/>
          <ac:picMkLst>
            <pc:docMk/>
            <pc:sldMk cId="3625940117" sldId="262"/>
            <ac:picMk id="6" creationId="{1BD95C9C-5A19-1A58-A872-EDF157FDE1E4}"/>
          </ac:picMkLst>
        </pc:picChg>
        <pc:picChg chg="del">
          <ac:chgData name="Antonio Sánchez Rosa" userId="d9b1b5a3-29b4-468c-ae30-4ad890353e72" providerId="ADAL" clId="{F4969F72-DA33-48E3-93DF-C0CE2B58F380}" dt="2026-03-25T08:39:02.017" v="9" actId="478"/>
          <ac:picMkLst>
            <pc:docMk/>
            <pc:sldMk cId="3625940117" sldId="262"/>
            <ac:picMk id="7" creationId="{CEDBEE52-2EA6-94CA-8F45-F781B469EDD3}"/>
          </ac:picMkLst>
        </pc:picChg>
        <pc:picChg chg="add mod modCrop">
          <ac:chgData name="Antonio Sánchez Rosa" userId="d9b1b5a3-29b4-468c-ae30-4ad890353e72" providerId="ADAL" clId="{F4969F72-DA33-48E3-93DF-C0CE2B58F380}" dt="2026-03-25T08:43:26.989" v="58" actId="1076"/>
          <ac:picMkLst>
            <pc:docMk/>
            <pc:sldMk cId="3625940117" sldId="262"/>
            <ac:picMk id="8" creationId="{9F2DBFC8-1E97-38F5-55DB-3816DD07C2AF}"/>
          </ac:picMkLst>
        </pc:picChg>
        <pc:picChg chg="del">
          <ac:chgData name="Antonio Sánchez Rosa" userId="d9b1b5a3-29b4-468c-ae30-4ad890353e72" providerId="ADAL" clId="{F4969F72-DA33-48E3-93DF-C0CE2B58F380}" dt="2026-03-25T08:39:01.086" v="8" actId="478"/>
          <ac:picMkLst>
            <pc:docMk/>
            <pc:sldMk cId="3625940117" sldId="262"/>
            <ac:picMk id="9" creationId="{F920529A-11C2-F8E3-1D12-7AE583339AB7}"/>
          </ac:picMkLst>
        </pc:picChg>
        <pc:picChg chg="add del mod">
          <ac:chgData name="Antonio Sánchez Rosa" userId="d9b1b5a3-29b4-468c-ae30-4ad890353e72" providerId="ADAL" clId="{F4969F72-DA33-48E3-93DF-C0CE2B58F380}" dt="2026-03-25T08:45:14.037" v="79" actId="478"/>
          <ac:picMkLst>
            <pc:docMk/>
            <pc:sldMk cId="3625940117" sldId="262"/>
            <ac:picMk id="11" creationId="{42167421-970D-CF3F-97DA-08783EDFD38D}"/>
          </ac:picMkLst>
        </pc:picChg>
        <pc:picChg chg="add del mod">
          <ac:chgData name="Antonio Sánchez Rosa" userId="d9b1b5a3-29b4-468c-ae30-4ad890353e72" providerId="ADAL" clId="{F4969F72-DA33-48E3-93DF-C0CE2B58F380}" dt="2026-03-25T08:45:05.063" v="78" actId="478"/>
          <ac:picMkLst>
            <pc:docMk/>
            <pc:sldMk cId="3625940117" sldId="262"/>
            <ac:picMk id="13" creationId="{0510C7BB-1B8C-46B9-7056-08EE39859510}"/>
          </ac:picMkLst>
        </pc:picChg>
        <pc:picChg chg="add mod modCrop">
          <ac:chgData name="Antonio Sánchez Rosa" userId="d9b1b5a3-29b4-468c-ae30-4ad890353e72" providerId="ADAL" clId="{F4969F72-DA33-48E3-93DF-C0CE2B58F380}" dt="2026-03-25T08:42:20.636" v="46" actId="1076"/>
          <ac:picMkLst>
            <pc:docMk/>
            <pc:sldMk cId="3625940117" sldId="262"/>
            <ac:picMk id="15" creationId="{77809864-4E79-38AD-3091-A5A542A2D5F0}"/>
          </ac:picMkLst>
        </pc:picChg>
        <pc:picChg chg="add del mod modCrop">
          <ac:chgData name="Antonio Sánchez Rosa" userId="d9b1b5a3-29b4-468c-ae30-4ad890353e72" providerId="ADAL" clId="{F4969F72-DA33-48E3-93DF-C0CE2B58F380}" dt="2026-03-25T09:02:12.919" v="569" actId="478"/>
          <ac:picMkLst>
            <pc:docMk/>
            <pc:sldMk cId="3625940117" sldId="262"/>
            <ac:picMk id="17" creationId="{40EB91C7-92C6-0869-CE77-33919011C2E2}"/>
          </ac:picMkLst>
        </pc:picChg>
        <pc:picChg chg="add mod">
          <ac:chgData name="Antonio Sánchez Rosa" userId="d9b1b5a3-29b4-468c-ae30-4ad890353e72" providerId="ADAL" clId="{F4969F72-DA33-48E3-93DF-C0CE2B58F380}" dt="2026-03-25T08:43:20.128" v="56" actId="1076"/>
          <ac:picMkLst>
            <pc:docMk/>
            <pc:sldMk cId="3625940117" sldId="262"/>
            <ac:picMk id="19" creationId="{6B0FAC8D-DB88-4381-37F2-FFCFC86BEF5C}"/>
          </ac:picMkLst>
        </pc:picChg>
        <pc:cxnChg chg="add del">
          <ac:chgData name="Antonio Sánchez Rosa" userId="d9b1b5a3-29b4-468c-ae30-4ad890353e72" providerId="ADAL" clId="{F4969F72-DA33-48E3-93DF-C0CE2B58F380}" dt="2026-03-25T08:43:43.291" v="60" actId="11529"/>
          <ac:cxnSpMkLst>
            <pc:docMk/>
            <pc:sldMk cId="3625940117" sldId="262"/>
            <ac:cxnSpMk id="21" creationId="{B65C2031-1481-0916-BA3B-BDFEDAE04CB4}"/>
          </ac:cxnSpMkLst>
        </pc:cxnChg>
      </pc:sldChg>
      <pc:sldChg chg="addSp delSp modSp add mod modAnim">
        <pc:chgData name="Antonio Sánchez Rosa" userId="d9b1b5a3-29b4-468c-ae30-4ad890353e72" providerId="ADAL" clId="{F4969F72-DA33-48E3-93DF-C0CE2B58F380}" dt="2026-03-25T09:14:20.440" v="575" actId="1076"/>
        <pc:sldMkLst>
          <pc:docMk/>
          <pc:sldMk cId="2609357207" sldId="263"/>
        </pc:sldMkLst>
        <pc:spChg chg="mod">
          <ac:chgData name="Antonio Sánchez Rosa" userId="d9b1b5a3-29b4-468c-ae30-4ad890353e72" providerId="ADAL" clId="{F4969F72-DA33-48E3-93DF-C0CE2B58F380}" dt="2026-03-25T08:49:30.370" v="114" actId="20577"/>
          <ac:spMkLst>
            <pc:docMk/>
            <pc:sldMk cId="2609357207" sldId="263"/>
            <ac:spMk id="2" creationId="{1F2C8F3B-0F09-DE90-387C-84013EEF17A3}"/>
          </ac:spMkLst>
        </pc:spChg>
        <pc:spChg chg="add mod">
          <ac:chgData name="Antonio Sánchez Rosa" userId="d9b1b5a3-29b4-468c-ae30-4ad890353e72" providerId="ADAL" clId="{F4969F72-DA33-48E3-93DF-C0CE2B58F380}" dt="2026-03-25T09:01:41.975" v="568" actId="1076"/>
          <ac:spMkLst>
            <pc:docMk/>
            <pc:sldMk cId="2609357207" sldId="263"/>
            <ac:spMk id="3" creationId="{264032BE-D76F-EBD5-F814-9E593A737115}"/>
          </ac:spMkLst>
        </pc:spChg>
        <pc:picChg chg="del">
          <ac:chgData name="Antonio Sánchez Rosa" userId="d9b1b5a3-29b4-468c-ae30-4ad890353e72" providerId="ADAL" clId="{F4969F72-DA33-48E3-93DF-C0CE2B58F380}" dt="2026-03-25T08:49:31.612" v="115" actId="478"/>
          <ac:picMkLst>
            <pc:docMk/>
            <pc:sldMk cId="2609357207" sldId="263"/>
            <ac:picMk id="5" creationId="{AC4B71BC-9386-6890-2A2E-B8D6D74C530D}"/>
          </ac:picMkLst>
        </pc:picChg>
        <pc:picChg chg="del">
          <ac:chgData name="Antonio Sánchez Rosa" userId="d9b1b5a3-29b4-468c-ae30-4ad890353e72" providerId="ADAL" clId="{F4969F72-DA33-48E3-93DF-C0CE2B58F380}" dt="2026-03-25T08:49:32.929" v="116" actId="478"/>
          <ac:picMkLst>
            <pc:docMk/>
            <pc:sldMk cId="2609357207" sldId="263"/>
            <ac:picMk id="6" creationId="{1ED04446-55A4-9F9A-24D9-B2167A51446F}"/>
          </ac:picMkLst>
        </pc:picChg>
        <pc:picChg chg="add mod">
          <ac:chgData name="Antonio Sánchez Rosa" userId="d9b1b5a3-29b4-468c-ae30-4ad890353e72" providerId="ADAL" clId="{F4969F72-DA33-48E3-93DF-C0CE2B58F380}" dt="2026-03-25T09:14:20.440" v="575" actId="1076"/>
          <ac:picMkLst>
            <pc:docMk/>
            <pc:sldMk cId="2609357207" sldId="263"/>
            <ac:picMk id="7" creationId="{4FE62143-E17B-749E-F96B-79F6EDFAE68A}"/>
          </ac:picMkLst>
        </pc:picChg>
      </pc:sldChg>
      <pc:sldChg chg="addSp delSp modSp add mod">
        <pc:chgData name="Antonio Sánchez Rosa" userId="d9b1b5a3-29b4-468c-ae30-4ad890353e72" providerId="ADAL" clId="{F4969F72-DA33-48E3-93DF-C0CE2B58F380}" dt="2026-03-25T08:55:25.928" v="512" actId="1035"/>
        <pc:sldMkLst>
          <pc:docMk/>
          <pc:sldMk cId="3299560471" sldId="264"/>
        </pc:sldMkLst>
        <pc:picChg chg="add mod">
          <ac:chgData name="Antonio Sánchez Rosa" userId="d9b1b5a3-29b4-468c-ae30-4ad890353e72" providerId="ADAL" clId="{F4969F72-DA33-48E3-93DF-C0CE2B58F380}" dt="2026-03-25T08:55:20.510" v="503" actId="1076"/>
          <ac:picMkLst>
            <pc:docMk/>
            <pc:sldMk cId="3299560471" sldId="264"/>
            <ac:picMk id="5" creationId="{C7833144-4435-EFF4-8545-82BBF5F68E4C}"/>
          </ac:picMkLst>
        </pc:picChg>
        <pc:picChg chg="del">
          <ac:chgData name="Antonio Sánchez Rosa" userId="d9b1b5a3-29b4-468c-ae30-4ad890353e72" providerId="ADAL" clId="{F4969F72-DA33-48E3-93DF-C0CE2B58F380}" dt="2026-03-25T08:54:23.772" v="488" actId="478"/>
          <ac:picMkLst>
            <pc:docMk/>
            <pc:sldMk cId="3299560471" sldId="264"/>
            <ac:picMk id="7" creationId="{50B57104-79E4-5263-00AC-1259BD9CAA66}"/>
          </ac:picMkLst>
        </pc:picChg>
        <pc:picChg chg="add mod">
          <ac:chgData name="Antonio Sánchez Rosa" userId="d9b1b5a3-29b4-468c-ae30-4ad890353e72" providerId="ADAL" clId="{F4969F72-DA33-48E3-93DF-C0CE2B58F380}" dt="2026-03-25T08:55:25.928" v="512" actId="1035"/>
          <ac:picMkLst>
            <pc:docMk/>
            <pc:sldMk cId="3299560471" sldId="264"/>
            <ac:picMk id="8" creationId="{3FFB7678-3B70-CAE9-AA7E-EB4FC2AD5D95}"/>
          </ac:picMkLst>
        </pc:picChg>
        <pc:picChg chg="del">
          <ac:chgData name="Antonio Sánchez Rosa" userId="d9b1b5a3-29b4-468c-ae30-4ad890353e72" providerId="ADAL" clId="{F4969F72-DA33-48E3-93DF-C0CE2B58F380}" dt="2026-03-25T08:54:22.811" v="487" actId="478"/>
          <ac:picMkLst>
            <pc:docMk/>
            <pc:sldMk cId="3299560471" sldId="264"/>
            <ac:picMk id="9" creationId="{A0056CAB-435B-5A39-9AA4-5C7077437BE9}"/>
          </ac:picMkLst>
        </pc:picChg>
      </pc:sldChg>
    </pc:docChg>
  </pc:docChgLst>
  <pc:docChgLst>
    <pc:chgData name="Miguel Esteban Galarza" userId="S::m.esteban.2020@alumnos.urjc.es::b64e5c7b-6c30-48a7-978d-8dfc3dce9520" providerId="AD" clId="Web-{742AFB0E-475C-6AAB-B20F-2587B378A00F}"/>
    <pc:docChg chg="modSld">
      <pc:chgData name="Miguel Esteban Galarza" userId="S::m.esteban.2020@alumnos.urjc.es::b64e5c7b-6c30-48a7-978d-8dfc3dce9520" providerId="AD" clId="Web-{742AFB0E-475C-6AAB-B20F-2587B378A00F}" dt="2026-03-18T00:07:28.988" v="52" actId="20577"/>
      <pc:docMkLst>
        <pc:docMk/>
      </pc:docMkLst>
    </pc:docChg>
  </pc:docChgLst>
  <pc:docChgLst>
    <pc:chgData name="Miguel Esteban Galarza" userId="S::m.esteban.2020@alumnos.urjc.es::b64e5c7b-6c30-48a7-978d-8dfc3dce9520" providerId="AD" clId="Web-{2F8B6653-4D3A-9FE1-655D-AA0B73089533}"/>
    <pc:docChg chg="modSld">
      <pc:chgData name="Miguel Esteban Galarza" userId="S::m.esteban.2020@alumnos.urjc.es::b64e5c7b-6c30-48a7-978d-8dfc3dce9520" providerId="AD" clId="Web-{2F8B6653-4D3A-9FE1-655D-AA0B73089533}" dt="2026-03-18T01:03:54.803" v="325" actId="1076"/>
      <pc:docMkLst>
        <pc:docMk/>
      </pc:docMkLst>
      <pc:sldChg chg="addSp delSp modSp">
        <pc:chgData name="Miguel Esteban Galarza" userId="S::m.esteban.2020@alumnos.urjc.es::b64e5c7b-6c30-48a7-978d-8dfc3dce9520" providerId="AD" clId="Web-{2F8B6653-4D3A-9FE1-655D-AA0B73089533}" dt="2026-03-18T00:37:35.043" v="128" actId="1076"/>
        <pc:sldMkLst>
          <pc:docMk/>
          <pc:sldMk cId="0" sldId="256"/>
        </pc:sldMkLst>
        <pc:picChg chg="mod">
          <ac:chgData name="Miguel Esteban Galarza" userId="S::m.esteban.2020@alumnos.urjc.es::b64e5c7b-6c30-48a7-978d-8dfc3dce9520" providerId="AD" clId="Web-{2F8B6653-4D3A-9FE1-655D-AA0B73089533}" dt="2026-03-18T00:37:35.043" v="128" actId="1076"/>
          <ac:picMkLst>
            <pc:docMk/>
            <pc:sldMk cId="0" sldId="256"/>
            <ac:picMk id="3" creationId="{22934298-EBE3-328D-DFB7-E7BFCF830FF9}"/>
          </ac:picMkLst>
        </pc:picChg>
        <pc:picChg chg="add mod">
          <ac:chgData name="Miguel Esteban Galarza" userId="S::m.esteban.2020@alumnos.urjc.es::b64e5c7b-6c30-48a7-978d-8dfc3dce9520" providerId="AD" clId="Web-{2F8B6653-4D3A-9FE1-655D-AA0B73089533}" dt="2026-03-18T00:37:30.371" v="127" actId="1076"/>
          <ac:picMkLst>
            <pc:docMk/>
            <pc:sldMk cId="0" sldId="256"/>
            <ac:picMk id="6" creationId="{E0071FEB-94B5-1800-6CC3-79718897E203}"/>
          </ac:picMkLst>
        </pc:picChg>
      </pc:sldChg>
      <pc:sldChg chg="addSp modSp">
        <pc:chgData name="Miguel Esteban Galarza" userId="S::m.esteban.2020@alumnos.urjc.es::b64e5c7b-6c30-48a7-978d-8dfc3dce9520" providerId="AD" clId="Web-{2F8B6653-4D3A-9FE1-655D-AA0B73089533}" dt="2026-03-18T01:03:54.803" v="325" actId="1076"/>
        <pc:sldMkLst>
          <pc:docMk/>
          <pc:sldMk cId="3424566277" sldId="257"/>
        </pc:sldMkLst>
        <pc:spChg chg="mod">
          <ac:chgData name="Miguel Esteban Galarza" userId="S::m.esteban.2020@alumnos.urjc.es::b64e5c7b-6c30-48a7-978d-8dfc3dce9520" providerId="AD" clId="Web-{2F8B6653-4D3A-9FE1-655D-AA0B73089533}" dt="2026-03-18T01:03:54.803" v="325" actId="1076"/>
          <ac:spMkLst>
            <pc:docMk/>
            <pc:sldMk cId="3424566277" sldId="257"/>
            <ac:spMk id="2" creationId="{FF82B7ED-04AC-62E0-E3E6-731816E23030}"/>
          </ac:spMkLst>
        </pc:spChg>
        <pc:spChg chg="add mod">
          <ac:chgData name="Miguel Esteban Galarza" userId="S::m.esteban.2020@alumnos.urjc.es::b64e5c7b-6c30-48a7-978d-8dfc3dce9520" providerId="AD" clId="Web-{2F8B6653-4D3A-9FE1-655D-AA0B73089533}" dt="2026-03-18T01:02:47.005" v="320" actId="1076"/>
          <ac:spMkLst>
            <pc:docMk/>
            <pc:sldMk cId="3424566277" sldId="257"/>
            <ac:spMk id="6" creationId="{4CDF422E-F468-C9B6-1AE5-C3BE3CFE10A7}"/>
          </ac:spMkLst>
        </pc:spChg>
        <pc:spChg chg="add mod">
          <ac:chgData name="Miguel Esteban Galarza" userId="S::m.esteban.2020@alumnos.urjc.es::b64e5c7b-6c30-48a7-978d-8dfc3dce9520" providerId="AD" clId="Web-{2F8B6653-4D3A-9FE1-655D-AA0B73089533}" dt="2026-03-18T01:03:12.756" v="324" actId="1076"/>
          <ac:spMkLst>
            <pc:docMk/>
            <pc:sldMk cId="3424566277" sldId="257"/>
            <ac:spMk id="7" creationId="{838AED58-B273-C408-A2F1-DE0A436C71EA}"/>
          </ac:spMkLst>
        </pc:spChg>
        <pc:spChg chg="add mod">
          <ac:chgData name="Miguel Esteban Galarza" userId="S::m.esteban.2020@alumnos.urjc.es::b64e5c7b-6c30-48a7-978d-8dfc3dce9520" providerId="AD" clId="Web-{2F8B6653-4D3A-9FE1-655D-AA0B73089533}" dt="2026-03-18T01:02:54.302" v="321" actId="1076"/>
          <ac:spMkLst>
            <pc:docMk/>
            <pc:sldMk cId="3424566277" sldId="257"/>
            <ac:spMk id="8" creationId="{1BA0EC92-DE39-6AC1-795A-131EAE821CDA}"/>
          </ac:spMkLst>
        </pc:spChg>
        <pc:spChg chg="add mod">
          <ac:chgData name="Miguel Esteban Galarza" userId="S::m.esteban.2020@alumnos.urjc.es::b64e5c7b-6c30-48a7-978d-8dfc3dce9520" providerId="AD" clId="Web-{2F8B6653-4D3A-9FE1-655D-AA0B73089533}" dt="2026-03-18T01:02:58.349" v="322" actId="1076"/>
          <ac:spMkLst>
            <pc:docMk/>
            <pc:sldMk cId="3424566277" sldId="257"/>
            <ac:spMk id="9" creationId="{B832CFD8-DE8B-2B93-CB49-632AA815F0CA}"/>
          </ac:spMkLst>
        </pc:spChg>
        <pc:picChg chg="add mod">
          <ac:chgData name="Miguel Esteban Galarza" userId="S::m.esteban.2020@alumnos.urjc.es::b64e5c7b-6c30-48a7-978d-8dfc3dce9520" providerId="AD" clId="Web-{2F8B6653-4D3A-9FE1-655D-AA0B73089533}" dt="2026-03-18T00:55:23.513" v="240" actId="1076"/>
          <ac:picMkLst>
            <pc:docMk/>
            <pc:sldMk cId="3424566277" sldId="257"/>
            <ac:picMk id="3" creationId="{2C017EC8-60EB-29AB-A2A4-007DE234DCDB}"/>
          </ac:picMkLst>
        </pc:picChg>
      </pc:sldChg>
      <pc:sldChg chg="addSp delSp modSp">
        <pc:chgData name="Miguel Esteban Galarza" userId="S::m.esteban.2020@alumnos.urjc.es::b64e5c7b-6c30-48a7-978d-8dfc3dce9520" providerId="AD" clId="Web-{2F8B6653-4D3A-9FE1-655D-AA0B73089533}" dt="2026-03-18T00:53:56.090" v="237" actId="1076"/>
        <pc:sldMkLst>
          <pc:docMk/>
          <pc:sldMk cId="216141352" sldId="258"/>
        </pc:sldMkLst>
        <pc:spChg chg="mod">
          <ac:chgData name="Miguel Esteban Galarza" userId="S::m.esteban.2020@alumnos.urjc.es::b64e5c7b-6c30-48a7-978d-8dfc3dce9520" providerId="AD" clId="Web-{2F8B6653-4D3A-9FE1-655D-AA0B73089533}" dt="2026-03-18T00:46:50.482" v="151" actId="14100"/>
          <ac:spMkLst>
            <pc:docMk/>
            <pc:sldMk cId="216141352" sldId="258"/>
            <ac:spMk id="2" creationId="{0F2F375E-705E-58C7-2DCA-F6F29076BA35}"/>
          </ac:spMkLst>
        </pc:spChg>
        <pc:picChg chg="add mod">
          <ac:chgData name="Miguel Esteban Galarza" userId="S::m.esteban.2020@alumnos.urjc.es::b64e5c7b-6c30-48a7-978d-8dfc3dce9520" providerId="AD" clId="Web-{2F8B6653-4D3A-9FE1-655D-AA0B73089533}" dt="2026-03-18T00:53:53.497" v="236" actId="1076"/>
          <ac:picMkLst>
            <pc:docMk/>
            <pc:sldMk cId="216141352" sldId="258"/>
            <ac:picMk id="3" creationId="{8B3EAEEA-7971-C99A-C2B9-A793F3A4BB71}"/>
          </ac:picMkLst>
        </pc:picChg>
        <pc:picChg chg="add mod">
          <ac:chgData name="Miguel Esteban Galarza" userId="S::m.esteban.2020@alumnos.urjc.es::b64e5c7b-6c30-48a7-978d-8dfc3dce9520" providerId="AD" clId="Web-{2F8B6653-4D3A-9FE1-655D-AA0B73089533}" dt="2026-03-18T00:53:51.059" v="235" actId="1076"/>
          <ac:picMkLst>
            <pc:docMk/>
            <pc:sldMk cId="216141352" sldId="258"/>
            <ac:picMk id="6" creationId="{3C6AA463-F267-9BAE-A346-520BF8367881}"/>
          </ac:picMkLst>
        </pc:picChg>
        <pc:picChg chg="add mod">
          <ac:chgData name="Miguel Esteban Galarza" userId="S::m.esteban.2020@alumnos.urjc.es::b64e5c7b-6c30-48a7-978d-8dfc3dce9520" providerId="AD" clId="Web-{2F8B6653-4D3A-9FE1-655D-AA0B73089533}" dt="2026-03-18T00:53:49.309" v="234" actId="1076"/>
          <ac:picMkLst>
            <pc:docMk/>
            <pc:sldMk cId="216141352" sldId="258"/>
            <ac:picMk id="7" creationId="{CCC122C1-2181-6CC1-E7F0-A0081C67BF2C}"/>
          </ac:picMkLst>
        </pc:picChg>
        <pc:picChg chg="add mod">
          <ac:chgData name="Miguel Esteban Galarza" userId="S::m.esteban.2020@alumnos.urjc.es::b64e5c7b-6c30-48a7-978d-8dfc3dce9520" providerId="AD" clId="Web-{2F8B6653-4D3A-9FE1-655D-AA0B73089533}" dt="2026-03-18T00:53:56.090" v="237" actId="1076"/>
          <ac:picMkLst>
            <pc:docMk/>
            <pc:sldMk cId="216141352" sldId="258"/>
            <ac:picMk id="9" creationId="{1B18E5B8-0613-58D9-23A3-9405FC2187B7}"/>
          </ac:picMkLst>
        </pc:picChg>
      </pc:sldChg>
      <pc:sldChg chg="addSp delSp modSp">
        <pc:chgData name="Miguel Esteban Galarza" userId="S::m.esteban.2020@alumnos.urjc.es::b64e5c7b-6c30-48a7-978d-8dfc3dce9520" providerId="AD" clId="Web-{2F8B6653-4D3A-9FE1-655D-AA0B73089533}" dt="2026-03-18T00:39:55.379" v="139" actId="1076"/>
        <pc:sldMkLst>
          <pc:docMk/>
          <pc:sldMk cId="936750466" sldId="261"/>
        </pc:sldMkLst>
        <pc:picChg chg="add mod">
          <ac:chgData name="Miguel Esteban Galarza" userId="S::m.esteban.2020@alumnos.urjc.es::b64e5c7b-6c30-48a7-978d-8dfc3dce9520" providerId="AD" clId="Web-{2F8B6653-4D3A-9FE1-655D-AA0B73089533}" dt="2026-03-18T00:38:42.262" v="138" actId="1076"/>
          <ac:picMkLst>
            <pc:docMk/>
            <pc:sldMk cId="936750466" sldId="261"/>
            <ac:picMk id="3" creationId="{2E4D5464-66E1-44AF-01A8-E8B5818E8753}"/>
          </ac:picMkLst>
        </pc:picChg>
        <pc:picChg chg="mod">
          <ac:chgData name="Miguel Esteban Galarza" userId="S::m.esteban.2020@alumnos.urjc.es::b64e5c7b-6c30-48a7-978d-8dfc3dce9520" providerId="AD" clId="Web-{2F8B6653-4D3A-9FE1-655D-AA0B73089533}" dt="2026-03-18T00:39:55.379" v="139" actId="1076"/>
          <ac:picMkLst>
            <pc:docMk/>
            <pc:sldMk cId="936750466" sldId="261"/>
            <ac:picMk id="4" creationId="{1D5D5349-1AB5-05A5-A025-1B5BAE5A0A65}"/>
          </ac:picMkLst>
        </pc:picChg>
      </pc:sldChg>
    </pc:docChg>
  </pc:docChgLst>
  <pc:docChgLst>
    <pc:chgData name="Miguel Esteban Galarza" userId="S::m.esteban.2020@alumnos.urjc.es::b64e5c7b-6c30-48a7-978d-8dfc3dce9520" providerId="AD" clId="Web-{357AC874-3531-D672-A083-974B2359D2C9}"/>
    <pc:docChg chg="modSld">
      <pc:chgData name="Miguel Esteban Galarza" userId="S::m.esteban.2020@alumnos.urjc.es::b64e5c7b-6c30-48a7-978d-8dfc3dce9520" providerId="AD" clId="Web-{357AC874-3531-D672-A083-974B2359D2C9}" dt="2026-03-17T23:45:01.203" v="46"/>
      <pc:docMkLst>
        <pc:docMk/>
      </pc:docMkLst>
      <pc:sldChg chg="addSp modSp">
        <pc:chgData name="Miguel Esteban Galarza" userId="S::m.esteban.2020@alumnos.urjc.es::b64e5c7b-6c30-48a7-978d-8dfc3dce9520" providerId="AD" clId="Web-{357AC874-3531-D672-A083-974B2359D2C9}" dt="2026-03-17T23:40:12.991" v="18" actId="1076"/>
        <pc:sldMkLst>
          <pc:docMk/>
          <pc:sldMk cId="0" sldId="256"/>
        </pc:sldMkLst>
        <pc:picChg chg="add mod">
          <ac:chgData name="Miguel Esteban Galarza" userId="S::m.esteban.2020@alumnos.urjc.es::b64e5c7b-6c30-48a7-978d-8dfc3dce9520" providerId="AD" clId="Web-{357AC874-3531-D672-A083-974B2359D2C9}" dt="2026-03-17T23:40:12.991" v="18" actId="1076"/>
          <ac:picMkLst>
            <pc:docMk/>
            <pc:sldMk cId="0" sldId="256"/>
            <ac:picMk id="3" creationId="{22934298-EBE3-328D-DFB7-E7BFCF830FF9}"/>
          </ac:picMkLst>
        </pc:picChg>
      </pc:sldChg>
      <pc:sldChg chg="addSp modSp">
        <pc:chgData name="Miguel Esteban Galarza" userId="S::m.esteban.2020@alumnos.urjc.es::b64e5c7b-6c30-48a7-978d-8dfc3dce9520" providerId="AD" clId="Web-{357AC874-3531-D672-A083-974B2359D2C9}" dt="2026-03-17T23:40:35.741" v="20" actId="1076"/>
        <pc:sldMkLst>
          <pc:docMk/>
          <pc:sldMk cId="3424566277" sldId="257"/>
        </pc:sldMkLst>
        <pc:spChg chg="mod">
          <ac:chgData name="Miguel Esteban Galarza" userId="S::m.esteban.2020@alumnos.urjc.es::b64e5c7b-6c30-48a7-978d-8dfc3dce9520" providerId="AD" clId="Web-{357AC874-3531-D672-A083-974B2359D2C9}" dt="2026-03-17T23:38:32.397" v="5" actId="1076"/>
          <ac:spMkLst>
            <pc:docMk/>
            <pc:sldMk cId="3424566277" sldId="257"/>
            <ac:spMk id="2" creationId="{FF82B7ED-04AC-62E0-E3E6-731816E23030}"/>
          </ac:spMkLst>
        </pc:spChg>
        <pc:picChg chg="add mod">
          <ac:chgData name="Miguel Esteban Galarza" userId="S::m.esteban.2020@alumnos.urjc.es::b64e5c7b-6c30-48a7-978d-8dfc3dce9520" providerId="AD" clId="Web-{357AC874-3531-D672-A083-974B2359D2C9}" dt="2026-03-17T23:40:35.741" v="20" actId="1076"/>
          <ac:picMkLst>
            <pc:docMk/>
            <pc:sldMk cId="3424566277" sldId="257"/>
            <ac:picMk id="4" creationId="{D558C8DB-4C88-544E-C6CF-900EBD8C4F82}"/>
          </ac:picMkLst>
        </pc:picChg>
      </pc:sldChg>
      <pc:sldChg chg="addSp modSp">
        <pc:chgData name="Miguel Esteban Galarza" userId="S::m.esteban.2020@alumnos.urjc.es::b64e5c7b-6c30-48a7-978d-8dfc3dce9520" providerId="AD" clId="Web-{357AC874-3531-D672-A083-974B2359D2C9}" dt="2026-03-17T23:40:40.678" v="21"/>
        <pc:sldMkLst>
          <pc:docMk/>
          <pc:sldMk cId="216141352" sldId="258"/>
        </pc:sldMkLst>
        <pc:spChg chg="mod">
          <ac:chgData name="Miguel Esteban Galarza" userId="S::m.esteban.2020@alumnos.urjc.es::b64e5c7b-6c30-48a7-978d-8dfc3dce9520" providerId="AD" clId="Web-{357AC874-3531-D672-A083-974B2359D2C9}" dt="2026-03-17T23:38:40.788" v="7" actId="20577"/>
          <ac:spMkLst>
            <pc:docMk/>
            <pc:sldMk cId="216141352" sldId="258"/>
            <ac:spMk id="2" creationId="{0F2F375E-705E-58C7-2DCA-F6F29076BA35}"/>
          </ac:spMkLst>
        </pc:spChg>
        <pc:picChg chg="add">
          <ac:chgData name="Miguel Esteban Galarza" userId="S::m.esteban.2020@alumnos.urjc.es::b64e5c7b-6c30-48a7-978d-8dfc3dce9520" providerId="AD" clId="Web-{357AC874-3531-D672-A083-974B2359D2C9}" dt="2026-03-17T23:40:40.678" v="21"/>
          <ac:picMkLst>
            <pc:docMk/>
            <pc:sldMk cId="216141352" sldId="258"/>
            <ac:picMk id="4" creationId="{2E934E40-6D3D-3A71-27A3-768C9DD1F5BF}"/>
          </ac:picMkLst>
        </pc:picChg>
      </pc:sldChg>
      <pc:sldChg chg="addSp modSp">
        <pc:chgData name="Miguel Esteban Galarza" userId="S::m.esteban.2020@alumnos.urjc.es::b64e5c7b-6c30-48a7-978d-8dfc3dce9520" providerId="AD" clId="Web-{357AC874-3531-D672-A083-974B2359D2C9}" dt="2026-03-17T23:45:01.203" v="46"/>
        <pc:sldMkLst>
          <pc:docMk/>
          <pc:sldMk cId="3110326268" sldId="260"/>
        </pc:sldMkLst>
        <pc:spChg chg="mod">
          <ac:chgData name="Miguel Esteban Galarza" userId="S::m.esteban.2020@alumnos.urjc.es::b64e5c7b-6c30-48a7-978d-8dfc3dce9520" providerId="AD" clId="Web-{357AC874-3531-D672-A083-974B2359D2C9}" dt="2026-03-17T23:39:02.085" v="9" actId="20577"/>
          <ac:spMkLst>
            <pc:docMk/>
            <pc:sldMk cId="3110326268" sldId="260"/>
            <ac:spMk id="2" creationId="{6A83D151-BC76-5157-86D0-56D5577EA248}"/>
          </ac:spMkLst>
        </pc:spChg>
        <pc:picChg chg="add">
          <ac:chgData name="Miguel Esteban Galarza" userId="S::m.esteban.2020@alumnos.urjc.es::b64e5c7b-6c30-48a7-978d-8dfc3dce9520" providerId="AD" clId="Web-{357AC874-3531-D672-A083-974B2359D2C9}" dt="2026-03-17T23:40:45.678" v="23"/>
          <ac:picMkLst>
            <pc:docMk/>
            <pc:sldMk cId="3110326268" sldId="260"/>
            <ac:picMk id="4" creationId="{9CAE7C60-D874-A976-39F5-A728B90FF84D}"/>
          </ac:picMkLst>
        </pc:picChg>
      </pc:sldChg>
      <pc:sldChg chg="addSp delSp modSp">
        <pc:chgData name="Miguel Esteban Galarza" userId="S::m.esteban.2020@alumnos.urjc.es::b64e5c7b-6c30-48a7-978d-8dfc3dce9520" providerId="AD" clId="Web-{357AC874-3531-D672-A083-974B2359D2C9}" dt="2026-03-17T23:41:03.147" v="27"/>
        <pc:sldMkLst>
          <pc:docMk/>
          <pc:sldMk cId="936750466" sldId="261"/>
        </pc:sldMkLst>
        <pc:picChg chg="add">
          <ac:chgData name="Miguel Esteban Galarza" userId="S::m.esteban.2020@alumnos.urjc.es::b64e5c7b-6c30-48a7-978d-8dfc3dce9520" providerId="AD" clId="Web-{357AC874-3531-D672-A083-974B2359D2C9}" dt="2026-03-17T23:40:47.569" v="24"/>
          <ac:picMkLst>
            <pc:docMk/>
            <pc:sldMk cId="936750466" sldId="261"/>
            <ac:picMk id="4" creationId="{1D5D5349-1AB5-05A5-A025-1B5BAE5A0A65}"/>
          </ac:picMkLst>
        </pc:picChg>
      </pc:sldChg>
    </pc:docChg>
  </pc:docChgLst>
  <pc:docChgLst>
    <pc:chgData name="Ángel Pazos López" userId="76ebf6e6-38e3-4abb-9db2-34a896b15f46" providerId="ADAL" clId="{EBD9E8E8-246A-57D6-8510-BE4FD41B4F23}"/>
    <pc:docChg chg="custSel addSld modSld">
      <pc:chgData name="Ángel Pazos López" userId="76ebf6e6-38e3-4abb-9db2-34a896b15f46" providerId="ADAL" clId="{EBD9E8E8-246A-57D6-8510-BE4FD41B4F23}" dt="2026-03-26T05:56:39.355" v="149" actId="1076"/>
      <pc:docMkLst>
        <pc:docMk/>
      </pc:docMkLst>
      <pc:sldChg chg="modSp mod">
        <pc:chgData name="Ángel Pazos López" userId="76ebf6e6-38e3-4abb-9db2-34a896b15f46" providerId="ADAL" clId="{EBD9E8E8-246A-57D6-8510-BE4FD41B4F23}" dt="2026-03-26T05:56:39.355" v="149" actId="1076"/>
        <pc:sldMkLst>
          <pc:docMk/>
          <pc:sldMk cId="0" sldId="256"/>
        </pc:sldMkLst>
        <pc:spChg chg="mod">
          <ac:chgData name="Ángel Pazos López" userId="76ebf6e6-38e3-4abb-9db2-34a896b15f46" providerId="ADAL" clId="{EBD9E8E8-246A-57D6-8510-BE4FD41B4F23}" dt="2026-03-26T05:47:19.991" v="1" actId="14100"/>
          <ac:spMkLst>
            <pc:docMk/>
            <pc:sldMk cId="0" sldId="256"/>
            <ac:spMk id="2" creationId="{909C4427-1B10-4E10-9E7E-5881AB167BFC}"/>
          </ac:spMkLst>
        </pc:spChg>
        <pc:picChg chg="mod">
          <ac:chgData name="Ángel Pazos López" userId="76ebf6e6-38e3-4abb-9db2-34a896b15f46" providerId="ADAL" clId="{EBD9E8E8-246A-57D6-8510-BE4FD41B4F23}" dt="2026-03-26T05:56:39.355" v="149" actId="1076"/>
          <ac:picMkLst>
            <pc:docMk/>
            <pc:sldMk cId="0" sldId="256"/>
            <ac:picMk id="3" creationId="{22934298-EBE3-328D-DFB7-E7BFCF830FF9}"/>
          </ac:picMkLst>
        </pc:picChg>
        <pc:picChg chg="mod">
          <ac:chgData name="Ángel Pazos López" userId="76ebf6e6-38e3-4abb-9db2-34a896b15f46" providerId="ADAL" clId="{EBD9E8E8-246A-57D6-8510-BE4FD41B4F23}" dt="2026-03-26T05:56:39.355" v="149" actId="1076"/>
          <ac:picMkLst>
            <pc:docMk/>
            <pc:sldMk cId="0" sldId="256"/>
            <ac:picMk id="4" creationId="{1C286113-DFBC-7C57-6DF6-93374C83DE2B}"/>
          </ac:picMkLst>
        </pc:picChg>
        <pc:picChg chg="mod">
          <ac:chgData name="Ángel Pazos López" userId="76ebf6e6-38e3-4abb-9db2-34a896b15f46" providerId="ADAL" clId="{EBD9E8E8-246A-57D6-8510-BE4FD41B4F23}" dt="2026-03-26T05:47:31.805" v="4" actId="14100"/>
          <ac:picMkLst>
            <pc:docMk/>
            <pc:sldMk cId="0" sldId="256"/>
            <ac:picMk id="6" creationId="{E0071FEB-94B5-1800-6CC3-79718897E203}"/>
          </ac:picMkLst>
        </pc:picChg>
      </pc:sldChg>
      <pc:sldChg chg="addSp delSp modSp mod">
        <pc:chgData name="Ángel Pazos López" userId="76ebf6e6-38e3-4abb-9db2-34a896b15f46" providerId="ADAL" clId="{EBD9E8E8-246A-57D6-8510-BE4FD41B4F23}" dt="2026-03-26T05:54:30.359" v="118"/>
        <pc:sldMkLst>
          <pc:docMk/>
          <pc:sldMk cId="216141352" sldId="258"/>
        </pc:sldMkLst>
        <pc:spChg chg="add del mod">
          <ac:chgData name="Ángel Pazos López" userId="76ebf6e6-38e3-4abb-9db2-34a896b15f46" providerId="ADAL" clId="{EBD9E8E8-246A-57D6-8510-BE4FD41B4F23}" dt="2026-03-26T05:54:30.359" v="118"/>
          <ac:spMkLst>
            <pc:docMk/>
            <pc:sldMk cId="216141352" sldId="258"/>
            <ac:spMk id="5" creationId="{09EEBF3B-7C56-06F9-1363-C7E6BD22FBB4}"/>
          </ac:spMkLst>
        </pc:spChg>
        <pc:spChg chg="add mod">
          <ac:chgData name="Ángel Pazos López" userId="76ebf6e6-38e3-4abb-9db2-34a896b15f46" providerId="ADAL" clId="{EBD9E8E8-246A-57D6-8510-BE4FD41B4F23}" dt="2026-03-26T05:53:57.523" v="102" actId="1076"/>
          <ac:spMkLst>
            <pc:docMk/>
            <pc:sldMk cId="216141352" sldId="258"/>
            <ac:spMk id="8" creationId="{CE6A7179-7FFA-71ED-ECED-A389E8A84113}"/>
          </ac:spMkLst>
        </pc:spChg>
        <pc:spChg chg="add mod">
          <ac:chgData name="Ángel Pazos López" userId="76ebf6e6-38e3-4abb-9db2-34a896b15f46" providerId="ADAL" clId="{EBD9E8E8-246A-57D6-8510-BE4FD41B4F23}" dt="2026-03-26T05:54:24.790" v="115" actId="20577"/>
          <ac:spMkLst>
            <pc:docMk/>
            <pc:sldMk cId="216141352" sldId="258"/>
            <ac:spMk id="10" creationId="{2134A66D-7814-1336-B634-DC2652CD6B53}"/>
          </ac:spMkLst>
        </pc:spChg>
        <pc:spChg chg="add mod">
          <ac:chgData name="Ángel Pazos López" userId="76ebf6e6-38e3-4abb-9db2-34a896b15f46" providerId="ADAL" clId="{EBD9E8E8-246A-57D6-8510-BE4FD41B4F23}" dt="2026-03-26T05:54:22.627" v="114" actId="20577"/>
          <ac:spMkLst>
            <pc:docMk/>
            <pc:sldMk cId="216141352" sldId="258"/>
            <ac:spMk id="11" creationId="{6744947C-C81D-D788-D46B-93032393E1CB}"/>
          </ac:spMkLst>
        </pc:spChg>
        <pc:spChg chg="add mod">
          <ac:chgData name="Ángel Pazos López" userId="76ebf6e6-38e3-4abb-9db2-34a896b15f46" providerId="ADAL" clId="{EBD9E8E8-246A-57D6-8510-BE4FD41B4F23}" dt="2026-03-26T05:54:27.423" v="116" actId="20577"/>
          <ac:spMkLst>
            <pc:docMk/>
            <pc:sldMk cId="216141352" sldId="258"/>
            <ac:spMk id="12" creationId="{49ACC6F2-83E9-2D41-298C-F2844D6082DB}"/>
          </ac:spMkLst>
        </pc:spChg>
        <pc:picChg chg="mod modCrop">
          <ac:chgData name="Ángel Pazos López" userId="76ebf6e6-38e3-4abb-9db2-34a896b15f46" providerId="ADAL" clId="{EBD9E8E8-246A-57D6-8510-BE4FD41B4F23}" dt="2026-03-26T05:52:22.622" v="67" actId="732"/>
          <ac:picMkLst>
            <pc:docMk/>
            <pc:sldMk cId="216141352" sldId="258"/>
            <ac:picMk id="3" creationId="{8B3EAEEA-7971-C99A-C2B9-A793F3A4BB71}"/>
          </ac:picMkLst>
        </pc:picChg>
        <pc:picChg chg="mod modCrop">
          <ac:chgData name="Ángel Pazos López" userId="76ebf6e6-38e3-4abb-9db2-34a896b15f46" providerId="ADAL" clId="{EBD9E8E8-246A-57D6-8510-BE4FD41B4F23}" dt="2026-03-26T05:52:26.090" v="71" actId="1037"/>
          <ac:picMkLst>
            <pc:docMk/>
            <pc:sldMk cId="216141352" sldId="258"/>
            <ac:picMk id="6" creationId="{3C6AA463-F267-9BAE-A346-520BF8367881}"/>
          </ac:picMkLst>
        </pc:picChg>
        <pc:picChg chg="mod modCrop">
          <ac:chgData name="Ángel Pazos López" userId="76ebf6e6-38e3-4abb-9db2-34a896b15f46" providerId="ADAL" clId="{EBD9E8E8-246A-57D6-8510-BE4FD41B4F23}" dt="2026-03-26T05:52:56.726" v="89" actId="1036"/>
          <ac:picMkLst>
            <pc:docMk/>
            <pc:sldMk cId="216141352" sldId="258"/>
            <ac:picMk id="7" creationId="{CCC122C1-2181-6CC1-E7F0-A0081C67BF2C}"/>
          </ac:picMkLst>
        </pc:picChg>
        <pc:picChg chg="mod modCrop">
          <ac:chgData name="Ángel Pazos López" userId="76ebf6e6-38e3-4abb-9db2-34a896b15f46" providerId="ADAL" clId="{EBD9E8E8-246A-57D6-8510-BE4FD41B4F23}" dt="2026-03-26T05:52:56.726" v="89" actId="1036"/>
          <ac:picMkLst>
            <pc:docMk/>
            <pc:sldMk cId="216141352" sldId="258"/>
            <ac:picMk id="9" creationId="{1B18E5B8-0613-58D9-23A3-9405FC2187B7}"/>
          </ac:picMkLst>
        </pc:picChg>
      </pc:sldChg>
      <pc:sldChg chg="modSp mod">
        <pc:chgData name="Ángel Pazos López" userId="76ebf6e6-38e3-4abb-9db2-34a896b15f46" providerId="ADAL" clId="{EBD9E8E8-246A-57D6-8510-BE4FD41B4F23}" dt="2026-03-26T05:56:26.189" v="145" actId="1076"/>
        <pc:sldMkLst>
          <pc:docMk/>
          <pc:sldMk cId="936750466" sldId="261"/>
        </pc:sldMkLst>
        <pc:picChg chg="mod">
          <ac:chgData name="Ángel Pazos López" userId="76ebf6e6-38e3-4abb-9db2-34a896b15f46" providerId="ADAL" clId="{EBD9E8E8-246A-57D6-8510-BE4FD41B4F23}" dt="2026-03-26T05:56:26.189" v="145" actId="1076"/>
          <ac:picMkLst>
            <pc:docMk/>
            <pc:sldMk cId="936750466" sldId="261"/>
            <ac:picMk id="2" creationId="{F398403D-D562-6DF0-72F7-8C18A7F62873}"/>
          </ac:picMkLst>
        </pc:picChg>
        <pc:picChg chg="mod">
          <ac:chgData name="Ángel Pazos López" userId="76ebf6e6-38e3-4abb-9db2-34a896b15f46" providerId="ADAL" clId="{EBD9E8E8-246A-57D6-8510-BE4FD41B4F23}" dt="2026-03-26T05:56:26.189" v="145" actId="1076"/>
          <ac:picMkLst>
            <pc:docMk/>
            <pc:sldMk cId="936750466" sldId="261"/>
            <ac:picMk id="4" creationId="{1D5D5349-1AB5-05A5-A025-1B5BAE5A0A65}"/>
          </ac:picMkLst>
        </pc:picChg>
      </pc:sldChg>
      <pc:sldChg chg="modSp mod">
        <pc:chgData name="Ángel Pazos López" userId="76ebf6e6-38e3-4abb-9db2-34a896b15f46" providerId="ADAL" clId="{EBD9E8E8-246A-57D6-8510-BE4FD41B4F23}" dt="2026-03-26T05:56:07.402" v="141" actId="14100"/>
        <pc:sldMkLst>
          <pc:docMk/>
          <pc:sldMk cId="2609357207" sldId="263"/>
        </pc:sldMkLst>
        <pc:spChg chg="mod">
          <ac:chgData name="Ángel Pazos López" userId="76ebf6e6-38e3-4abb-9db2-34a896b15f46" providerId="ADAL" clId="{EBD9E8E8-246A-57D6-8510-BE4FD41B4F23}" dt="2026-03-26T05:55:16.454" v="135" actId="1035"/>
          <ac:spMkLst>
            <pc:docMk/>
            <pc:sldMk cId="2609357207" sldId="263"/>
            <ac:spMk id="2" creationId="{1F2C8F3B-0F09-DE90-387C-84013EEF17A3}"/>
          </ac:spMkLst>
        </pc:spChg>
        <pc:spChg chg="mod">
          <ac:chgData name="Ángel Pazos López" userId="76ebf6e6-38e3-4abb-9db2-34a896b15f46" providerId="ADAL" clId="{EBD9E8E8-246A-57D6-8510-BE4FD41B4F23}" dt="2026-03-26T05:56:07.402" v="141" actId="14100"/>
          <ac:spMkLst>
            <pc:docMk/>
            <pc:sldMk cId="2609357207" sldId="263"/>
            <ac:spMk id="3" creationId="{264032BE-D76F-EBD5-F814-9E593A737115}"/>
          </ac:spMkLst>
        </pc:spChg>
        <pc:picChg chg="mod">
          <ac:chgData name="Ángel Pazos López" userId="76ebf6e6-38e3-4abb-9db2-34a896b15f46" providerId="ADAL" clId="{EBD9E8E8-246A-57D6-8510-BE4FD41B4F23}" dt="2026-03-26T05:55:35.804" v="140" actId="14100"/>
          <ac:picMkLst>
            <pc:docMk/>
            <pc:sldMk cId="2609357207" sldId="263"/>
            <ac:picMk id="7" creationId="{4FE62143-E17B-749E-F96B-79F6EDFAE68A}"/>
          </ac:picMkLst>
        </pc:picChg>
      </pc:sldChg>
      <pc:sldChg chg="addSp delSp modSp add mod">
        <pc:chgData name="Ángel Pazos López" userId="76ebf6e6-38e3-4abb-9db2-34a896b15f46" providerId="ADAL" clId="{EBD9E8E8-246A-57D6-8510-BE4FD41B4F23}" dt="2026-03-26T05:51:33.405" v="56" actId="1076"/>
        <pc:sldMkLst>
          <pc:docMk/>
          <pc:sldMk cId="2484481171" sldId="265"/>
        </pc:sldMkLst>
        <pc:spChg chg="mod">
          <ac:chgData name="Ángel Pazos López" userId="76ebf6e6-38e3-4abb-9db2-34a896b15f46" providerId="ADAL" clId="{EBD9E8E8-246A-57D6-8510-BE4FD41B4F23}" dt="2026-03-26T05:48:19.156" v="23" actId="14100"/>
          <ac:spMkLst>
            <pc:docMk/>
            <pc:sldMk cId="2484481171" sldId="265"/>
            <ac:spMk id="2" creationId="{776FF35E-7177-6E30-9E47-34A612036876}"/>
          </ac:spMkLst>
        </pc:spChg>
        <pc:spChg chg="del">
          <ac:chgData name="Ángel Pazos López" userId="76ebf6e6-38e3-4abb-9db2-34a896b15f46" providerId="ADAL" clId="{EBD9E8E8-246A-57D6-8510-BE4FD41B4F23}" dt="2026-03-26T05:48:24.886" v="24" actId="478"/>
          <ac:spMkLst>
            <pc:docMk/>
            <pc:sldMk cId="2484481171" sldId="265"/>
            <ac:spMk id="6" creationId="{E970FDCD-82F1-295D-8707-8CA6B8900602}"/>
          </ac:spMkLst>
        </pc:spChg>
        <pc:spChg chg="del">
          <ac:chgData name="Ángel Pazos López" userId="76ebf6e6-38e3-4abb-9db2-34a896b15f46" providerId="ADAL" clId="{EBD9E8E8-246A-57D6-8510-BE4FD41B4F23}" dt="2026-03-26T05:48:24.886" v="24" actId="478"/>
          <ac:spMkLst>
            <pc:docMk/>
            <pc:sldMk cId="2484481171" sldId="265"/>
            <ac:spMk id="7" creationId="{CB1C72F0-45C9-37C5-F7F9-01A292EBC1DF}"/>
          </ac:spMkLst>
        </pc:spChg>
        <pc:spChg chg="del">
          <ac:chgData name="Ángel Pazos López" userId="76ebf6e6-38e3-4abb-9db2-34a896b15f46" providerId="ADAL" clId="{EBD9E8E8-246A-57D6-8510-BE4FD41B4F23}" dt="2026-03-26T05:48:24.886" v="24" actId="478"/>
          <ac:spMkLst>
            <pc:docMk/>
            <pc:sldMk cId="2484481171" sldId="265"/>
            <ac:spMk id="8" creationId="{A0BEA795-8479-EAD5-404B-10925AB31F3E}"/>
          </ac:spMkLst>
        </pc:spChg>
        <pc:spChg chg="del">
          <ac:chgData name="Ángel Pazos López" userId="76ebf6e6-38e3-4abb-9db2-34a896b15f46" providerId="ADAL" clId="{EBD9E8E8-246A-57D6-8510-BE4FD41B4F23}" dt="2026-03-26T05:48:24.886" v="24" actId="478"/>
          <ac:spMkLst>
            <pc:docMk/>
            <pc:sldMk cId="2484481171" sldId="265"/>
            <ac:spMk id="9" creationId="{1FBDB9F8-3E24-FD1A-BF7A-56A4E40DDBE0}"/>
          </ac:spMkLst>
        </pc:spChg>
        <pc:picChg chg="del">
          <ac:chgData name="Ángel Pazos López" userId="76ebf6e6-38e3-4abb-9db2-34a896b15f46" providerId="ADAL" clId="{EBD9E8E8-246A-57D6-8510-BE4FD41B4F23}" dt="2026-03-26T05:48:24.886" v="24" actId="478"/>
          <ac:picMkLst>
            <pc:docMk/>
            <pc:sldMk cId="2484481171" sldId="265"/>
            <ac:picMk id="3" creationId="{624D5BB4-C60F-9F0C-99B3-F3D321B968DB}"/>
          </ac:picMkLst>
        </pc:picChg>
        <pc:picChg chg="add mod">
          <ac:chgData name="Ángel Pazos López" userId="76ebf6e6-38e3-4abb-9db2-34a896b15f46" providerId="ADAL" clId="{EBD9E8E8-246A-57D6-8510-BE4FD41B4F23}" dt="2026-03-26T05:51:30.806" v="55" actId="14100"/>
          <ac:picMkLst>
            <pc:docMk/>
            <pc:sldMk cId="2484481171" sldId="265"/>
            <ac:picMk id="1026" creationId="{7E7D9619-18C8-B0D0-F223-D21C1F5E98DB}"/>
          </ac:picMkLst>
        </pc:picChg>
        <pc:picChg chg="add mod">
          <ac:chgData name="Ángel Pazos López" userId="76ebf6e6-38e3-4abb-9db2-34a896b15f46" providerId="ADAL" clId="{EBD9E8E8-246A-57D6-8510-BE4FD41B4F23}" dt="2026-03-26T05:51:18.154" v="52" actId="14100"/>
          <ac:picMkLst>
            <pc:docMk/>
            <pc:sldMk cId="2484481171" sldId="265"/>
            <ac:picMk id="1028" creationId="{B09D87DF-C095-5E3E-0C9F-CF1736878530}"/>
          </ac:picMkLst>
        </pc:picChg>
        <pc:picChg chg="add mod">
          <ac:chgData name="Ángel Pazos López" userId="76ebf6e6-38e3-4abb-9db2-34a896b15f46" providerId="ADAL" clId="{EBD9E8E8-246A-57D6-8510-BE4FD41B4F23}" dt="2026-03-26T05:51:33.405" v="56" actId="1076"/>
          <ac:picMkLst>
            <pc:docMk/>
            <pc:sldMk cId="2484481171" sldId="265"/>
            <ac:picMk id="1030" creationId="{1D9C94C2-AD49-9984-7D6E-4E18B4C7398E}"/>
          </ac:picMkLst>
        </pc:picChg>
        <pc:picChg chg="add mod">
          <ac:chgData name="Ángel Pazos López" userId="76ebf6e6-38e3-4abb-9db2-34a896b15f46" providerId="ADAL" clId="{EBD9E8E8-246A-57D6-8510-BE4FD41B4F23}" dt="2026-03-26T05:51:12.938" v="51" actId="1076"/>
          <ac:picMkLst>
            <pc:docMk/>
            <pc:sldMk cId="2484481171" sldId="265"/>
            <ac:picMk id="1032" creationId="{8F0E42C8-734D-4A2C-EFBD-A73FB619F2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C92BB88-27A7-481B-AA49-DBAB58CFCA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13BF8D-25C2-4D3D-9A74-87EFA94A31C8}" type="slidenum">
              <a:t>‹Nº›</a:t>
            </a:fld>
            <a:endParaRPr lang="en-US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84B3CFA3-771A-4E2D-B24C-263E52C3D10D}"/>
              </a:ext>
            </a:extLst>
          </p:cNvPr>
          <p:cNvSpPr/>
          <p:nvPr/>
        </p:nvSpPr>
        <p:spPr>
          <a:xfrm rot="2436847">
            <a:off x="-683366" y="3600262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7858C38F-337E-440C-85C8-0E157DC418DB}"/>
              </a:ext>
            </a:extLst>
          </p:cNvPr>
          <p:cNvSpPr/>
          <p:nvPr/>
        </p:nvSpPr>
        <p:spPr>
          <a:xfrm>
            <a:off x="742108" y="6356351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9E63B368-6B9F-472D-819E-58ABAE171C26}"/>
              </a:ext>
            </a:extLst>
          </p:cNvPr>
          <p:cNvSpPr/>
          <p:nvPr/>
        </p:nvSpPr>
        <p:spPr>
          <a:xfrm>
            <a:off x="3992407" y="6735909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3">
            <a:extLst>
              <a:ext uri="{FF2B5EF4-FFF2-40B4-BE49-F238E27FC236}">
                <a16:creationId xmlns:a16="http://schemas.microsoft.com/office/drawing/2014/main" id="{29072EA1-322A-4213-8CC0-53B3438EAB17}"/>
              </a:ext>
            </a:extLst>
          </p:cNvPr>
          <p:cNvSpPr/>
          <p:nvPr/>
        </p:nvSpPr>
        <p:spPr>
          <a:xfrm>
            <a:off x="6986701" y="6444005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5595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066AB2B-6B56-40BD-B72C-14C16901EC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8D46CB-5881-4CD4-9B62-443DC73227A8}" type="slidenum">
              <a:t>‹Nº›</a:t>
            </a:fld>
            <a:endParaRPr lang="en-US"/>
          </a:p>
        </p:txBody>
      </p:sp>
      <p:sp>
        <p:nvSpPr>
          <p:cNvPr id="3" name="Freeform 22">
            <a:extLst>
              <a:ext uri="{FF2B5EF4-FFF2-40B4-BE49-F238E27FC236}">
                <a16:creationId xmlns:a16="http://schemas.microsoft.com/office/drawing/2014/main" id="{B00EF003-DD9B-4D78-9ADD-31B21B450FCB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44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EE76A79-298D-45AA-9975-595014DD61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28BEF7-BC2F-4C9A-A0AB-95CA9F8FC98B}" type="slidenum">
              <a:t>‹Nº›</a:t>
            </a:fld>
            <a:endParaRPr lang="en-US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6C6D8371-9DE9-4C3B-83D1-DCEAF19C7C70}"/>
              </a:ext>
            </a:extLst>
          </p:cNvPr>
          <p:cNvSpPr/>
          <p:nvPr/>
        </p:nvSpPr>
        <p:spPr>
          <a:xfrm rot="2436847">
            <a:off x="-704617" y="3802326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9E3DC1B5-673A-4264-9563-69339BD923AA}"/>
              </a:ext>
            </a:extLst>
          </p:cNvPr>
          <p:cNvSpPr/>
          <p:nvPr/>
        </p:nvSpPr>
        <p:spPr>
          <a:xfrm>
            <a:off x="852540" y="639254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2BCB3586-2ACC-4FFE-A54E-DB5334DEFA02}"/>
              </a:ext>
            </a:extLst>
          </p:cNvPr>
          <p:cNvSpPr/>
          <p:nvPr/>
        </p:nvSpPr>
        <p:spPr>
          <a:xfrm>
            <a:off x="4089480" y="677210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3">
            <a:extLst>
              <a:ext uri="{FF2B5EF4-FFF2-40B4-BE49-F238E27FC236}">
                <a16:creationId xmlns:a16="http://schemas.microsoft.com/office/drawing/2014/main" id="{04F22425-AD71-4C08-8719-D1730520739F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6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0781A9B1-7012-43F0-992D-75C118B2E6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38E951A-C14B-4B02-99C5-6DCAF6E21B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2C47BC-B0A4-443A-8378-702525E17F2F}" type="slidenum">
              <a:t>‹Nº›</a:t>
            </a:fld>
            <a:endParaRPr lang="en-US"/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77AAAB56-3DA9-4A6E-A4AA-7A13C6B76B48}"/>
              </a:ext>
            </a:extLst>
          </p:cNvPr>
          <p:cNvSpPr/>
          <p:nvPr/>
        </p:nvSpPr>
        <p:spPr>
          <a:xfrm rot="2436847">
            <a:off x="-646927" y="3667398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3">
            <a:extLst>
              <a:ext uri="{FF2B5EF4-FFF2-40B4-BE49-F238E27FC236}">
                <a16:creationId xmlns:a16="http://schemas.microsoft.com/office/drawing/2014/main" id="{ECAA5B28-F797-4883-A1F1-1BA0EE97EABD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84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115EFC5-A7C6-4710-998E-7670D62877E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062BB855-61AF-4167-9C33-FFD35CDB2B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6B2016-A97E-4DA7-AF18-1C21C1E1CFF7}" type="datetime1">
              <a:rPr lang="en-US"/>
              <a:pPr lvl="0"/>
              <a:t>3/26/26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650817E0-1FAA-4F68-8FC1-152498943E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0A0AC481-CBB6-4296-A854-1017FB571F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760EBF-3744-4D2C-B343-534240FA077A}" type="slidenum">
              <a:t>‹Nº›</a:t>
            </a:fld>
            <a:endParaRPr lang="en-US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E1AA6AF0-AC80-453F-8C7D-21FC1CEC2F08}"/>
              </a:ext>
            </a:extLst>
          </p:cNvPr>
          <p:cNvSpPr/>
          <p:nvPr/>
        </p:nvSpPr>
        <p:spPr>
          <a:xfrm rot="2436847">
            <a:off x="-681867" y="3654678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CA0D1E06-CFA7-4F38-9AB9-895284D799B8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823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2">
            <a:extLst>
              <a:ext uri="{FF2B5EF4-FFF2-40B4-BE49-F238E27FC236}">
                <a16:creationId xmlns:a16="http://schemas.microsoft.com/office/drawing/2014/main" id="{7328C063-0780-403C-A5AB-6D5ED8C4B4B7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32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>
            <a:extLst>
              <a:ext uri="{FF2B5EF4-FFF2-40B4-BE49-F238E27FC236}">
                <a16:creationId xmlns:a16="http://schemas.microsoft.com/office/drawing/2014/main" id="{1EB2A01F-2B84-4527-B8F6-72BC860B5F3D}"/>
              </a:ext>
            </a:extLst>
          </p:cNvPr>
          <p:cNvSpPr/>
          <p:nvPr/>
        </p:nvSpPr>
        <p:spPr>
          <a:xfrm>
            <a:off x="827916" y="3143734"/>
            <a:ext cx="1900927" cy="3773811"/>
          </a:xfrm>
          <a:custGeom>
            <a:avLst/>
            <a:gdLst>
              <a:gd name="f0" fmla="val w"/>
              <a:gd name="f1" fmla="val h"/>
              <a:gd name="f2" fmla="val 0"/>
              <a:gd name="f3" fmla="val 1900932"/>
              <a:gd name="f4" fmla="val 3773811"/>
              <a:gd name="f5" fmla="*/ f0 1 1900932"/>
              <a:gd name="f6" fmla="*/ f1 1 377381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00932"/>
              <a:gd name="f13" fmla="*/ f10 1 377381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00932" h="377381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387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A94E1BA4-CDA6-42CB-9B81-A80F4097C5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3608515-DDCD-4F98-9866-E6642D4F8D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4A1E07-EDE6-4A36-B949-2CDB9426B7B9}" type="slidenum">
              <a:t>‹Nº›</a:t>
            </a:fld>
            <a:endParaRPr lang="en-US"/>
          </a:p>
        </p:txBody>
      </p:sp>
      <p:sp>
        <p:nvSpPr>
          <p:cNvPr id="4" name="Freeform 23">
            <a:extLst>
              <a:ext uri="{FF2B5EF4-FFF2-40B4-BE49-F238E27FC236}">
                <a16:creationId xmlns:a16="http://schemas.microsoft.com/office/drawing/2014/main" id="{00C26561-5F1B-46A8-A942-801B0376ACE8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3D8ADDE2-A2EA-4FEA-B5C3-1B6365704D17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61C085E3-F468-41D5-BA22-87B3DB352A41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4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5248FDEB-90E1-4FBA-AD77-A7DF49B90C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7794991-460F-4E05-A669-66A89A8DFA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95C0AA-EC73-4AF5-A99E-BE5BA3D53738}" type="slidenum">
              <a:t>‹Nº›</a:t>
            </a:fld>
            <a:endParaRPr lang="en-US"/>
          </a:p>
        </p:txBody>
      </p:sp>
      <p:sp>
        <p:nvSpPr>
          <p:cNvPr id="4" name="Freeform 23">
            <a:extLst>
              <a:ext uri="{FF2B5EF4-FFF2-40B4-BE49-F238E27FC236}">
                <a16:creationId xmlns:a16="http://schemas.microsoft.com/office/drawing/2014/main" id="{5F77DBDE-D335-46BF-80BF-141879902065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10799B49-5570-463A-B1C4-65CA1B8809A3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CF2C9122-F3EB-4619-BC87-4A969DF95B9F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88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8BAEE3-9F25-42C2-B482-562DEEA62A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354ED-356A-4D82-AC32-53A7B26629AB}" type="slidenum">
              <a:t>‹Nº›</a:t>
            </a:fld>
            <a:endParaRPr lang="en-US"/>
          </a:p>
        </p:txBody>
      </p:sp>
      <p:sp>
        <p:nvSpPr>
          <p:cNvPr id="3" name="Freeform 23">
            <a:extLst>
              <a:ext uri="{FF2B5EF4-FFF2-40B4-BE49-F238E27FC236}">
                <a16:creationId xmlns:a16="http://schemas.microsoft.com/office/drawing/2014/main" id="{E5B42545-6688-41A4-A0FF-3C4F9A85572C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4D3B2128-3DCF-4745-A5D7-CDA26CBE2FBF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76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600E0DB-B4FC-4EFD-BD2B-B0ABEF3BBF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ADAA7A-A3ED-4D28-AFBA-908810F36C4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1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3">
            <a:extLst>
              <a:ext uri="{FF2B5EF4-FFF2-40B4-BE49-F238E27FC236}">
                <a16:creationId xmlns:a16="http://schemas.microsoft.com/office/drawing/2014/main" id="{3A2B491B-D855-4A35-8DDA-9437C7E06BE5}"/>
              </a:ext>
            </a:extLst>
          </p:cNvPr>
          <p:cNvSpPr/>
          <p:nvPr/>
        </p:nvSpPr>
        <p:spPr>
          <a:xfrm>
            <a:off x="529117" y="6517989"/>
            <a:ext cx="2779346" cy="680359"/>
          </a:xfrm>
          <a:custGeom>
            <a:avLst/>
            <a:gdLst>
              <a:gd name="f0" fmla="val w"/>
              <a:gd name="f1" fmla="val h"/>
              <a:gd name="f2" fmla="val 0"/>
              <a:gd name="f3" fmla="val 2779345"/>
              <a:gd name="f4" fmla="val 680360"/>
              <a:gd name="f5" fmla="val 2779344"/>
              <a:gd name="f6" fmla="*/ f0 1 2779345"/>
              <a:gd name="f7" fmla="*/ f1 1 680360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779345"/>
              <a:gd name="f14" fmla="*/ f11 1 680360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779345" h="680360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3" name="Freeform 24">
            <a:extLst>
              <a:ext uri="{FF2B5EF4-FFF2-40B4-BE49-F238E27FC236}">
                <a16:creationId xmlns:a16="http://schemas.microsoft.com/office/drawing/2014/main" id="{A31B2CC0-F62E-4773-B279-C4717FA2032D}"/>
              </a:ext>
            </a:extLst>
          </p:cNvPr>
          <p:cNvSpPr/>
          <p:nvPr/>
        </p:nvSpPr>
        <p:spPr>
          <a:xfrm>
            <a:off x="3597121" y="6762198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CuadroTexto 13">
            <a:extLst>
              <a:ext uri="{FF2B5EF4-FFF2-40B4-BE49-F238E27FC236}">
                <a16:creationId xmlns:a16="http://schemas.microsoft.com/office/drawing/2014/main" id="{AD0B71FF-2B0B-40F3-890A-E622079FDF5D}"/>
              </a:ext>
            </a:extLst>
          </p:cNvPr>
          <p:cNvSpPr txBox="1"/>
          <p:nvPr/>
        </p:nvSpPr>
        <p:spPr>
          <a:xfrm>
            <a:off x="2801986" y="3527023"/>
            <a:ext cx="6805751" cy="18876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Copyright 2026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Algunos derechos reservados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Esta presentación se distribuye bajo la </a:t>
            </a: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licencia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“Atribución-CompartirIgual 4.0 Internacional”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de </a:t>
            </a: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Creative Commons</a:t>
            </a: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, disponible en </a:t>
            </a:r>
            <a:r>
              <a:rPr lang="en-US" sz="1400" b="1" i="0" u="sng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https://creativecommons.org/licenses/by-sa/4.0/deed.es</a:t>
            </a:r>
          </a:p>
        </p:txBody>
      </p:sp>
      <p:sp>
        <p:nvSpPr>
          <p:cNvPr id="5" name="CuadroTexto 15">
            <a:extLst>
              <a:ext uri="{FF2B5EF4-FFF2-40B4-BE49-F238E27FC236}">
                <a16:creationId xmlns:a16="http://schemas.microsoft.com/office/drawing/2014/main" id="{F31C88CD-654E-45E4-90AA-F907D8152B10}"/>
              </a:ext>
            </a:extLst>
          </p:cNvPr>
          <p:cNvSpPr txBox="1"/>
          <p:nvPr/>
        </p:nvSpPr>
        <p:spPr>
          <a:xfrm>
            <a:off x="7375358" y="7001277"/>
            <a:ext cx="3698235" cy="2507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sng" strike="noStrike" kern="1200" cap="none" spc="47" baseline="0">
                <a:solidFill>
                  <a:srgbClr val="F2A251"/>
                </a:solidFill>
                <a:uFillTx/>
                <a:latin typeface="Inter Heavy"/>
                <a:ea typeface="Inter Heavy"/>
                <a:cs typeface="Inter Heavy"/>
              </a:rPr>
              <a:t>HTTPS://OFILIBRE.URJC.ES/</a:t>
            </a:r>
          </a:p>
        </p:txBody>
      </p:sp>
      <p:sp>
        <p:nvSpPr>
          <p:cNvPr id="6" name="CuadroTexto 17">
            <a:extLst>
              <a:ext uri="{FF2B5EF4-FFF2-40B4-BE49-F238E27FC236}">
                <a16:creationId xmlns:a16="http://schemas.microsoft.com/office/drawing/2014/main" id="{B2B8C19B-0017-4E69-9376-D15384985FDD}"/>
              </a:ext>
            </a:extLst>
          </p:cNvPr>
          <p:cNvSpPr txBox="1"/>
          <p:nvPr/>
        </p:nvSpPr>
        <p:spPr>
          <a:xfrm>
            <a:off x="2801986" y="6883804"/>
            <a:ext cx="6805751" cy="2428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ts val="98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MÁS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 </a:t>
            </a:r>
            <a:r>
              <a:rPr lang="en-US" sz="105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INFORMACIÓN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:</a:t>
            </a:r>
          </a:p>
        </p:txBody>
      </p:sp>
      <p:sp>
        <p:nvSpPr>
          <p:cNvPr id="7" name="CuadroTexto 19">
            <a:extLst>
              <a:ext uri="{FF2B5EF4-FFF2-40B4-BE49-F238E27FC236}">
                <a16:creationId xmlns:a16="http://schemas.microsoft.com/office/drawing/2014/main" id="{F2D1837D-99A4-4CFA-A9F8-859615DB4626}"/>
              </a:ext>
            </a:extLst>
          </p:cNvPr>
          <p:cNvSpPr txBox="1"/>
          <p:nvPr/>
        </p:nvSpPr>
        <p:spPr>
          <a:xfrm>
            <a:off x="6019796" y="5507806"/>
            <a:ext cx="5279571" cy="6862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Ilustración:</a:t>
            </a: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“Búho Libre”, Sergio Rodríguez Asenjo.</a:t>
            </a:r>
          </a:p>
          <a:p>
            <a:pPr marL="0" marR="0" lvl="0" indent="0" algn="l" defTabSz="914400" rtl="0" fontAlgn="auto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Licencia</a:t>
            </a:r>
            <a:r>
              <a:rPr lang="en-US" sz="1100" b="1" i="0" u="none" strike="noStrike" kern="1200" cap="none" spc="0" baseline="0">
                <a:solidFill>
                  <a:srgbClr val="CB0017"/>
                </a:solidFill>
                <a:uFillTx/>
                <a:latin typeface="Inter Semi-Bold"/>
                <a:ea typeface="Inter Semi-Bold"/>
                <a:cs typeface="Inter Semi-Bold"/>
              </a:rPr>
              <a:t>:</a:t>
            </a: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Creative Commons Atribución 4.0 Intl.</a:t>
            </a:r>
          </a:p>
        </p:txBody>
      </p:sp>
    </p:spTree>
    <p:extLst>
      <p:ext uri="{BB962C8B-B14F-4D97-AF65-F5344CB8AC3E}">
        <p14:creationId xmlns:p14="http://schemas.microsoft.com/office/powerpoint/2010/main" val="143212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665CA2-F1AE-4173-ACD1-B2E8C68CD525}"/>
              </a:ext>
            </a:extLst>
          </p:cNvPr>
          <p:cNvSpPr/>
          <p:nvPr/>
        </p:nvSpPr>
        <p:spPr>
          <a:xfrm rot="11668366">
            <a:off x="-789567" y="6248652"/>
            <a:ext cx="6405317" cy="1933242"/>
          </a:xfrm>
          <a:custGeom>
            <a:avLst/>
            <a:gdLst>
              <a:gd name="f0" fmla="val w"/>
              <a:gd name="f1" fmla="val h"/>
              <a:gd name="f2" fmla="val 0"/>
              <a:gd name="f3" fmla="val 6405315"/>
              <a:gd name="f4" fmla="val 1933241"/>
              <a:gd name="f5" fmla="val 1933240"/>
              <a:gd name="f6" fmla="*/ f0 1 6405315"/>
              <a:gd name="f7" fmla="*/ f1 1 1933241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6405315"/>
              <a:gd name="f14" fmla="*/ f11 1 1933241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6405315" h="1933241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>
              <a:alphaModFix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E99E0730-F3E6-4B9A-91FB-668105D1F07D}"/>
              </a:ext>
            </a:extLst>
          </p:cNvPr>
          <p:cNvGrpSpPr/>
          <p:nvPr/>
        </p:nvGrpSpPr>
        <p:grpSpPr>
          <a:xfrm>
            <a:off x="-1887230" y="-471428"/>
            <a:ext cx="2354799" cy="7686702"/>
            <a:chOff x="-1887230" y="-471428"/>
            <a:chExt cx="2354799" cy="7686702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E9AD0F35-1067-4885-ADE2-0ADA24302A23}"/>
                </a:ext>
              </a:extLst>
            </p:cNvPr>
            <p:cNvSpPr/>
            <p:nvPr/>
          </p:nvSpPr>
          <p:spPr>
            <a:xfrm>
              <a:off x="-1887230" y="-432017"/>
              <a:ext cx="2354799" cy="764729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38423"/>
                <a:gd name="f4" fmla="val 3697064"/>
                <a:gd name="f5" fmla="*/ f0 1 1138423"/>
                <a:gd name="f6" fmla="*/ f1 1 369706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138423"/>
                <a:gd name="f13" fmla="*/ f10 1 369706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138423" h="369706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close/>
                </a:path>
              </a:pathLst>
            </a:custGeom>
            <a:solidFill>
              <a:srgbClr val="016EB8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5" name="TextBox 20">
              <a:extLst>
                <a:ext uri="{FF2B5EF4-FFF2-40B4-BE49-F238E27FC236}">
                  <a16:creationId xmlns:a16="http://schemas.microsoft.com/office/drawing/2014/main" id="{E4A04C22-58BC-40AE-A5C4-0591CE897BA1}"/>
                </a:ext>
              </a:extLst>
            </p:cNvPr>
            <p:cNvSpPr txBox="1"/>
            <p:nvPr/>
          </p:nvSpPr>
          <p:spPr>
            <a:xfrm>
              <a:off x="-1887230" y="-471428"/>
              <a:ext cx="2354799" cy="768670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27678" tIns="27678" rIns="27678" bIns="27678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145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43114DE-7DEF-43AE-9D75-4AE2385A0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DC50C5-A2CC-43EC-94FC-1D71F6CFB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7F17C59-0241-47AB-BB5D-D669A61A2F5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1A13219-2F3A-47A5-A25D-8372A63375BA}" type="datetime1">
              <a:rPr lang="en-US"/>
              <a:pPr lvl="0"/>
              <a:t>3/26/26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747C8FB-E1F3-4E34-B876-C383839281F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EF45B7-1037-4FAC-B809-32F5DB37C1D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1080B65-B7F3-4236-B3F6-EC3F0E92F732}" type="slidenum">
              <a:t>‹Nº›</a:t>
            </a:fld>
            <a:endParaRPr lang="en-US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32AA2719-5125-4576-9366-62A4080FB62E}"/>
              </a:ext>
            </a:extLst>
          </p:cNvPr>
          <p:cNvGrpSpPr/>
          <p:nvPr/>
        </p:nvGrpSpPr>
        <p:grpSpPr>
          <a:xfrm>
            <a:off x="843570" y="0"/>
            <a:ext cx="8657017" cy="7803141"/>
            <a:chOff x="843570" y="0"/>
            <a:chExt cx="8657017" cy="780314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FE998E46-3FD1-43DE-BAFC-BDF4DFBF1408}"/>
                </a:ext>
              </a:extLst>
            </p:cNvPr>
            <p:cNvSpPr/>
            <p:nvPr/>
          </p:nvSpPr>
          <p:spPr>
            <a:xfrm>
              <a:off x="1160894" y="0"/>
              <a:ext cx="1019729" cy="10158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87347"/>
                <a:gd name="f4" fmla="val 1284725"/>
                <a:gd name="f5" fmla="*/ f0 1 1287347"/>
                <a:gd name="f6" fmla="*/ f1 1 1284725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87347"/>
                <a:gd name="f13" fmla="*/ f10 1 1284725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87347" h="1284725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1572663-0775-47E1-B8C6-B4921E2134CD}"/>
                </a:ext>
              </a:extLst>
            </p:cNvPr>
            <p:cNvSpPr/>
            <p:nvPr/>
          </p:nvSpPr>
          <p:spPr>
            <a:xfrm>
              <a:off x="8480858" y="147794"/>
              <a:ext cx="1019729" cy="10158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87347"/>
                <a:gd name="f4" fmla="val 1284725"/>
                <a:gd name="f5" fmla="*/ f0 1 1287347"/>
                <a:gd name="f6" fmla="*/ f1 1 1284725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87347"/>
                <a:gd name="f13" fmla="*/ f10 1 1284725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87347" h="1284725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F89E8BC-6D2D-4F1D-AE13-C7623754BAE0}"/>
                </a:ext>
              </a:extLst>
            </p:cNvPr>
            <p:cNvSpPr/>
            <p:nvPr/>
          </p:nvSpPr>
          <p:spPr>
            <a:xfrm>
              <a:off x="2796564" y="4386422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*/ f0 1 1089561"/>
                <a:gd name="f6" fmla="*/ f1 1 108734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089561"/>
                <a:gd name="f13" fmla="*/ f10 1 108734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089561" h="108734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A3119F4-B134-4340-AB75-BC2F26F49ED0}"/>
                </a:ext>
              </a:extLst>
            </p:cNvPr>
            <p:cNvSpPr/>
            <p:nvPr/>
          </p:nvSpPr>
          <p:spPr>
            <a:xfrm>
              <a:off x="5384014" y="6943340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val 1089560"/>
                <a:gd name="f6" fmla="*/ f0 1 1089561"/>
                <a:gd name="f7" fmla="*/ f1 1 108734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089561"/>
                <a:gd name="f14" fmla="*/ f11 1 1087342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089561" h="1087342">
                  <a:moveTo>
                    <a:pt x="f2" y="f2"/>
                  </a:moveTo>
                  <a:lnTo>
                    <a:pt x="f5" y="f2"/>
                  </a:lnTo>
                  <a:lnTo>
                    <a:pt x="f5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8F41C04-8B6A-4498-9BF9-CA3A924635B2}"/>
                </a:ext>
              </a:extLst>
            </p:cNvPr>
            <p:cNvSpPr/>
            <p:nvPr/>
          </p:nvSpPr>
          <p:spPr>
            <a:xfrm>
              <a:off x="7391113" y="1412391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val 1087341"/>
                <a:gd name="f6" fmla="*/ f0 1 1089561"/>
                <a:gd name="f7" fmla="*/ f1 1 108734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089561"/>
                <a:gd name="f14" fmla="*/ f11 1 1087342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089561" h="1087342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6210FF9D-9A62-413B-B2DA-166A35336A11}"/>
                </a:ext>
              </a:extLst>
            </p:cNvPr>
            <p:cNvSpPr/>
            <p:nvPr/>
          </p:nvSpPr>
          <p:spPr>
            <a:xfrm>
              <a:off x="843570" y="1548262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4438816-EE7F-46D6-BBF8-DDCA0EAF119A}"/>
                </a:ext>
              </a:extLst>
            </p:cNvPr>
            <p:cNvSpPr/>
            <p:nvPr/>
          </p:nvSpPr>
          <p:spPr>
            <a:xfrm>
              <a:off x="3363693" y="999996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B8F57483-CC98-49BF-8ECF-BC1A9CAE4FB2}"/>
                </a:ext>
              </a:extLst>
            </p:cNvPr>
            <p:cNvSpPr/>
            <p:nvPr/>
          </p:nvSpPr>
          <p:spPr>
            <a:xfrm>
              <a:off x="4358606" y="6264005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587487F-6F7A-40B8-AB23-19FCDDAD4219}"/>
                </a:ext>
              </a:extLst>
            </p:cNvPr>
            <p:cNvSpPr/>
            <p:nvPr/>
          </p:nvSpPr>
          <p:spPr>
            <a:xfrm>
              <a:off x="5655216" y="5605610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0DF95A8-A59F-4987-A45A-90D4DD5D584B}"/>
                </a:ext>
              </a:extLst>
            </p:cNvPr>
            <p:cNvSpPr/>
            <p:nvPr/>
          </p:nvSpPr>
          <p:spPr>
            <a:xfrm>
              <a:off x="1078900" y="5042157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6B498C2-5487-4DB6-86B0-DD624789D8A4}"/>
                </a:ext>
              </a:extLst>
            </p:cNvPr>
            <p:cNvSpPr/>
            <p:nvPr/>
          </p:nvSpPr>
          <p:spPr>
            <a:xfrm>
              <a:off x="8111797" y="3085597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1F2D2E60-C662-4EAB-B85E-FAAD456EB461}"/>
                </a:ext>
              </a:extLst>
            </p:cNvPr>
            <p:cNvSpPr/>
            <p:nvPr/>
          </p:nvSpPr>
          <p:spPr>
            <a:xfrm>
              <a:off x="7353961" y="4386422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B60F0EC-974B-44E6-82C5-D1383B09D38F}"/>
                </a:ext>
              </a:extLst>
            </p:cNvPr>
            <p:cNvSpPr/>
            <p:nvPr/>
          </p:nvSpPr>
          <p:spPr>
            <a:xfrm>
              <a:off x="5240709" y="0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102AE83-7B0E-4AFC-BDBA-9F9DBC2B20EB}"/>
                </a:ext>
              </a:extLst>
            </p:cNvPr>
            <p:cNvSpPr/>
            <p:nvPr/>
          </p:nvSpPr>
          <p:spPr>
            <a:xfrm>
              <a:off x="5033451" y="3579382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</p:grpSp>
      <p:sp>
        <p:nvSpPr>
          <p:cNvPr id="26" name="Freeform 22">
            <a:extLst>
              <a:ext uri="{FF2B5EF4-FFF2-40B4-BE49-F238E27FC236}">
                <a16:creationId xmlns:a16="http://schemas.microsoft.com/office/drawing/2014/main" id="{0DC4AAFD-6CDE-4EDA-B576-0A98397D4FDD}"/>
              </a:ext>
            </a:extLst>
          </p:cNvPr>
          <p:cNvSpPr/>
          <p:nvPr/>
        </p:nvSpPr>
        <p:spPr>
          <a:xfrm rot="11668366">
            <a:off x="5173391" y="-1010494"/>
            <a:ext cx="6405317" cy="1933242"/>
          </a:xfrm>
          <a:custGeom>
            <a:avLst/>
            <a:gdLst>
              <a:gd name="f0" fmla="val w"/>
              <a:gd name="f1" fmla="val h"/>
              <a:gd name="f2" fmla="val 0"/>
              <a:gd name="f3" fmla="val 6405315"/>
              <a:gd name="f4" fmla="val 1933241"/>
              <a:gd name="f5" fmla="*/ f0 1 6405315"/>
              <a:gd name="f6" fmla="*/ f1 1 193324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05315"/>
              <a:gd name="f13" fmla="*/ f10 1 193324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05315" h="193324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>
              <a:alphaModFix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ctr" defTabSz="914400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eaLnBrk="1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s-E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eaLnBrk="1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eaLnBrk="1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C4427-1B10-4E10-9E7E-5881AB167BF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8390" y="999275"/>
            <a:ext cx="5512753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l"/>
            <a:r>
              <a:rPr lang="es-ES" sz="3200" b="1" dirty="0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La construcción del conocimiento abierto en el Laboratorio Ciudadano de Experimentación Artística Sensorial de la URJC</a:t>
            </a:r>
            <a:endParaRPr lang="es-ES" sz="3200" dirty="0">
              <a:solidFill>
                <a:schemeClr val="accent1">
                  <a:lumMod val="76000"/>
                </a:schemeClr>
              </a:solidFill>
              <a:latin typeface="Inter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22934298-EBE3-328D-DFB7-E7BFCF83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53" y="3462981"/>
            <a:ext cx="4153521" cy="1093566"/>
          </a:xfrm>
          <a:prstGeom prst="rect">
            <a:avLst/>
          </a:prstGeom>
        </p:spPr>
      </p:pic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0071FEB-94B5-1800-6CC3-79718897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58" y="1522178"/>
            <a:ext cx="3159084" cy="4439474"/>
          </a:xfrm>
          <a:prstGeom prst="rect">
            <a:avLst/>
          </a:prstGeom>
        </p:spPr>
      </p:pic>
      <p:pic>
        <p:nvPicPr>
          <p:cNvPr id="4" name="drawing">
            <a:extLst>
              <a:ext uri="{FF2B5EF4-FFF2-40B4-BE49-F238E27FC236}">
                <a16:creationId xmlns:a16="http://schemas.microsoft.com/office/drawing/2014/main" id="{1C286113-DFBC-7C57-6DF6-93374C83DE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927" y="4591399"/>
            <a:ext cx="3910302" cy="825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2B7ED-04AC-62E0-E3E6-731816E23030}"/>
              </a:ext>
            </a:extLst>
          </p:cNvPr>
          <p:cNvSpPr txBox="1">
            <a:spLocks/>
          </p:cNvSpPr>
          <p:nvPr/>
        </p:nvSpPr>
        <p:spPr>
          <a:xfrm>
            <a:off x="417214" y="117202"/>
            <a:ext cx="6683957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¿POR QUÉ NACE SENSOLAB?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D558C8DB-4C88-544E-C6CF-900EBD8C4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2C017EC8-60EB-29AB-A2A4-007DE234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467" y="1171316"/>
            <a:ext cx="3130508" cy="500940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CDF422E-F468-C9B6-1AE5-C3BE3CFE10A7}"/>
              </a:ext>
            </a:extLst>
          </p:cNvPr>
          <p:cNvSpPr txBox="1">
            <a:spLocks/>
          </p:cNvSpPr>
          <p:nvPr/>
        </p:nvSpPr>
        <p:spPr>
          <a:xfrm>
            <a:off x="528252" y="1698067"/>
            <a:ext cx="3130508" cy="1047073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r>
              <a:rPr lang="es-ES" sz="2800" b="1" dirty="0">
                <a:solidFill>
                  <a:srgbClr val="EA7600"/>
                </a:solidFill>
                <a:latin typeface="Inter"/>
              </a:rPr>
              <a:t>CONOCIMIENTO LIBRE</a:t>
            </a:r>
            <a:endParaRPr lang="es-ES" sz="2800" b="1" dirty="0">
              <a:solidFill>
                <a:srgbClr val="EA7600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38AED58-B273-C408-A2F1-DE0A436C71EA}"/>
              </a:ext>
            </a:extLst>
          </p:cNvPr>
          <p:cNvSpPr txBox="1">
            <a:spLocks/>
          </p:cNvSpPr>
          <p:nvPr/>
        </p:nvSpPr>
        <p:spPr>
          <a:xfrm>
            <a:off x="6539534" y="1594932"/>
            <a:ext cx="3313126" cy="1039706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r>
              <a:rPr lang="es-ES" sz="3600" b="1" dirty="0">
                <a:solidFill>
                  <a:srgbClr val="CB0017"/>
                </a:solidFill>
                <a:latin typeface="Inter"/>
              </a:rPr>
              <a:t>CIUDADANÍA</a:t>
            </a:r>
            <a:endParaRPr lang="es-ES" sz="3600" dirty="0">
              <a:solidFill>
                <a:srgbClr val="CB0017"/>
              </a:solidFill>
              <a:ea typeface="Calibri"/>
              <a:cs typeface="Calibri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BA0EC92-DE39-6AC1-795A-131EAE821CDA}"/>
              </a:ext>
            </a:extLst>
          </p:cNvPr>
          <p:cNvSpPr txBox="1">
            <a:spLocks/>
          </p:cNvSpPr>
          <p:nvPr/>
        </p:nvSpPr>
        <p:spPr>
          <a:xfrm>
            <a:off x="763987" y="4246967"/>
            <a:ext cx="2519894" cy="1039706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r>
              <a:rPr lang="es-ES" sz="3600" b="1">
                <a:solidFill>
                  <a:srgbClr val="00968F"/>
                </a:solidFill>
                <a:latin typeface="Inter"/>
              </a:rPr>
              <a:t>DIFUNDIR</a:t>
            </a:r>
            <a:endParaRPr lang="es-ES" sz="3600">
              <a:solidFill>
                <a:srgbClr val="00968F"/>
              </a:solidFill>
              <a:ea typeface="Calibri"/>
              <a:cs typeface="Calibri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832CFD8-DE8B-2B93-CB49-632AA815F0CA}"/>
              </a:ext>
            </a:extLst>
          </p:cNvPr>
          <p:cNvSpPr txBox="1">
            <a:spLocks/>
          </p:cNvSpPr>
          <p:nvPr/>
        </p:nvSpPr>
        <p:spPr>
          <a:xfrm>
            <a:off x="6988904" y="4246966"/>
            <a:ext cx="2652495" cy="1039706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r>
              <a:rPr lang="es-ES" sz="3600" b="1">
                <a:solidFill>
                  <a:schemeClr val="tx1"/>
                </a:solidFill>
                <a:latin typeface="Inter"/>
              </a:rPr>
              <a:t>SENTIDOS</a:t>
            </a:r>
            <a:endParaRPr lang="es-ES" sz="36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456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D092-92C0-8FF5-D9E4-E1FFBC59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FF35E-7177-6E30-9E47-34A612036876}"/>
              </a:ext>
            </a:extLst>
          </p:cNvPr>
          <p:cNvSpPr txBox="1">
            <a:spLocks/>
          </p:cNvSpPr>
          <p:nvPr/>
        </p:nvSpPr>
        <p:spPr>
          <a:xfrm>
            <a:off x="417214" y="117202"/>
            <a:ext cx="3893529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 dirty="0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ANTECEDENTES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3E05D5F4-DF8E-9788-03A7-434747B0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1026" name="Picture 2" descr="Los cinco sentidos en la diversidad de las artes - Inicio">
            <a:extLst>
              <a:ext uri="{FF2B5EF4-FFF2-40B4-BE49-F238E27FC236}">
                <a16:creationId xmlns:a16="http://schemas.microsoft.com/office/drawing/2014/main" id="{7E7D9619-18C8-B0D0-F223-D21C1F5E9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03" y="4154600"/>
            <a:ext cx="3805846" cy="210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partamento de Historia del Arte I (Medieval)">
            <a:extLst>
              <a:ext uri="{FF2B5EF4-FFF2-40B4-BE49-F238E27FC236}">
                <a16:creationId xmlns:a16="http://schemas.microsoft.com/office/drawing/2014/main" id="{B09D87DF-C095-5E3E-0C9F-CF1736878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03" y="1056043"/>
            <a:ext cx="5354556" cy="30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l Arte para todos a través de los 5 sentidos - Inicio">
            <a:extLst>
              <a:ext uri="{FF2B5EF4-FFF2-40B4-BE49-F238E27FC236}">
                <a16:creationId xmlns:a16="http://schemas.microsoft.com/office/drawing/2014/main" id="{1D9C94C2-AD49-9984-7D6E-4E18B4C73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154600"/>
            <a:ext cx="3744686" cy="210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le mi publicación en ingles sobre Educación Artística y Arte-terapia:  &quot;THE MUSEUMS AS A SPACE FOR INDIVIDUAL AND COLLECTIVE EXPRESION&quot;, en el  libro publicado en Boston &quot;SOCIALIZING ART MUSEUMS&quot; DeGruyter.  #educacionartistica #arteterapia #">
            <a:extLst>
              <a:ext uri="{FF2B5EF4-FFF2-40B4-BE49-F238E27FC236}">
                <a16:creationId xmlns:a16="http://schemas.microsoft.com/office/drawing/2014/main" id="{8F0E42C8-734D-4A2C-EFBD-A73FB619F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623" y="333828"/>
            <a:ext cx="292576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48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F375E-705E-58C7-2DCA-F6F29076BA35}"/>
              </a:ext>
            </a:extLst>
          </p:cNvPr>
          <p:cNvSpPr txBox="1">
            <a:spLocks/>
          </p:cNvSpPr>
          <p:nvPr/>
        </p:nvSpPr>
        <p:spPr>
          <a:xfrm>
            <a:off x="248309" y="0"/>
            <a:ext cx="4076081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 dirty="0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METODOLOGÍA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2E934E40-6D3D-3A71-27A3-768C9DD1F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B3EAEEA-7971-C99A-C2B9-A793F3A4B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1" t="36665"/>
          <a:stretch>
            <a:fillRect/>
          </a:stretch>
        </p:blipFill>
        <p:spPr>
          <a:xfrm>
            <a:off x="5167086" y="1054956"/>
            <a:ext cx="4413670" cy="2225273"/>
          </a:xfrm>
          <a:prstGeom prst="rect">
            <a:avLst/>
          </a:prstGeom>
          <a:ln w="57150">
            <a:solidFill>
              <a:srgbClr val="EA76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6AA463-F267-9BAE-A346-520BF83678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146"/>
          <a:stretch>
            <a:fillRect/>
          </a:stretch>
        </p:blipFill>
        <p:spPr>
          <a:xfrm>
            <a:off x="782937" y="1054956"/>
            <a:ext cx="4214094" cy="2225273"/>
          </a:xfrm>
          <a:prstGeom prst="rect">
            <a:avLst/>
          </a:prstGeom>
          <a:ln w="57150">
            <a:solidFill>
              <a:srgbClr val="00968F"/>
            </a:solidFill>
          </a:ln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CCC122C1-2181-6CC1-E7F0-A0081C67B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590"/>
          <a:stretch>
            <a:fillRect/>
          </a:stretch>
        </p:blipFill>
        <p:spPr>
          <a:xfrm>
            <a:off x="782937" y="3449972"/>
            <a:ext cx="4214094" cy="2242854"/>
          </a:xfrm>
          <a:prstGeom prst="rect">
            <a:avLst/>
          </a:prstGeom>
          <a:ln w="57150">
            <a:solidFill>
              <a:srgbClr val="CB0017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18E5B8-0613-58D9-23A3-9405FC2187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6665" r="7006"/>
          <a:stretch>
            <a:fillRect/>
          </a:stretch>
        </p:blipFill>
        <p:spPr>
          <a:xfrm>
            <a:off x="5167087" y="3436573"/>
            <a:ext cx="4413670" cy="2256253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E6A7179-7FFA-71ED-ECED-A389E8A84113}"/>
              </a:ext>
            </a:extLst>
          </p:cNvPr>
          <p:cNvSpPr txBox="1"/>
          <p:nvPr/>
        </p:nvSpPr>
        <p:spPr>
          <a:xfrm>
            <a:off x="4310743" y="1138816"/>
            <a:ext cx="56605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34A66D-7814-1336-B634-DC2652CD6B53}"/>
              </a:ext>
            </a:extLst>
          </p:cNvPr>
          <p:cNvSpPr txBox="1"/>
          <p:nvPr/>
        </p:nvSpPr>
        <p:spPr>
          <a:xfrm>
            <a:off x="4324390" y="3566105"/>
            <a:ext cx="56605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44947C-C81D-D788-D46B-93032393E1CB}"/>
              </a:ext>
            </a:extLst>
          </p:cNvPr>
          <p:cNvSpPr txBox="1"/>
          <p:nvPr/>
        </p:nvSpPr>
        <p:spPr>
          <a:xfrm>
            <a:off x="8918996" y="1156418"/>
            <a:ext cx="56605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ACC6F2-83E9-2D41-298C-F2844D6082DB}"/>
              </a:ext>
            </a:extLst>
          </p:cNvPr>
          <p:cNvSpPr txBox="1"/>
          <p:nvPr/>
        </p:nvSpPr>
        <p:spPr>
          <a:xfrm>
            <a:off x="8947991" y="3557304"/>
            <a:ext cx="56605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614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8A57-F19C-7D47-0C1C-8127FDD2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6BA69D5-A3AA-3087-BE66-C8EEEBE1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2DBFC8-1E97-38F5-55DB-3816DD07C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156" r="-48" b="11562"/>
          <a:stretch>
            <a:fillRect/>
          </a:stretch>
        </p:blipFill>
        <p:spPr>
          <a:xfrm rot="16200000">
            <a:off x="5712008" y="268369"/>
            <a:ext cx="2231720" cy="39021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809864-4E79-38AD-3091-A5A542A2D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5" b="13707"/>
          <a:stretch>
            <a:fillRect/>
          </a:stretch>
        </p:blipFill>
        <p:spPr>
          <a:xfrm>
            <a:off x="779721" y="1103577"/>
            <a:ext cx="3122141" cy="528414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B0FAC8D-DB88-4381-37F2-FFCFC86BE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97690"/>
            <a:ext cx="3971667" cy="2390029"/>
          </a:xfrm>
          <a:prstGeom prst="rect">
            <a:avLst/>
          </a:prstGeom>
        </p:spPr>
      </p:pic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8372EB80-2171-5333-5A7F-6CF92CD7E611}"/>
              </a:ext>
            </a:extLst>
          </p:cNvPr>
          <p:cNvSpPr/>
          <p:nvPr/>
        </p:nvSpPr>
        <p:spPr>
          <a:xfrm>
            <a:off x="6753738" y="3405008"/>
            <a:ext cx="217789" cy="5051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7872B6F5-F550-4421-5B9C-805628E313F7}"/>
              </a:ext>
            </a:extLst>
          </p:cNvPr>
          <p:cNvSpPr/>
          <p:nvPr/>
        </p:nvSpPr>
        <p:spPr>
          <a:xfrm rot="16200000">
            <a:off x="4113242" y="4940112"/>
            <a:ext cx="217789" cy="5051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CC38F6FF-1FE9-2DBF-EE16-942B95C964E3}"/>
              </a:ext>
            </a:extLst>
          </p:cNvPr>
          <p:cNvSpPr txBox="1">
            <a:spLocks/>
          </p:cNvSpPr>
          <p:nvPr/>
        </p:nvSpPr>
        <p:spPr>
          <a:xfrm>
            <a:off x="248309" y="0"/>
            <a:ext cx="4076081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 dirty="0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362594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3D151-BC76-5157-86D0-56D5577EA248}"/>
              </a:ext>
            </a:extLst>
          </p:cNvPr>
          <p:cNvSpPr txBox="1">
            <a:spLocks/>
          </p:cNvSpPr>
          <p:nvPr/>
        </p:nvSpPr>
        <p:spPr>
          <a:xfrm>
            <a:off x="-1023364" y="123568"/>
            <a:ext cx="6237915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REPOSITORIO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CAE7C60-D874-A976-39F5-A728B90F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D82589-2F46-E95F-5D39-A5EC2F1EF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97" y="1031334"/>
            <a:ext cx="7183772" cy="28791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A1EFF2-16AE-ACE9-88BF-6CC75B6E5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539" y="3108127"/>
            <a:ext cx="3761114" cy="32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2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6689-5983-138D-44F4-19404301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10DB6-607E-2AD2-EFFA-361686DD6A85}"/>
              </a:ext>
            </a:extLst>
          </p:cNvPr>
          <p:cNvSpPr txBox="1">
            <a:spLocks/>
          </p:cNvSpPr>
          <p:nvPr/>
        </p:nvSpPr>
        <p:spPr>
          <a:xfrm>
            <a:off x="-1023364" y="123568"/>
            <a:ext cx="6237915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REPOSITORIO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56B09603-3166-92A7-CA70-791A3D7C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833144-4435-EFF4-8545-82BBF5F68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0507" y="1957580"/>
            <a:ext cx="5292552" cy="37344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FB7678-3B70-CAE9-AA7E-EB4FC2AD5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084249" y="1035542"/>
            <a:ext cx="6265665" cy="440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6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BCCC-2D99-14CA-28F8-CBE4019F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C8F3B-0F09-DE90-387C-84013EEF17A3}"/>
              </a:ext>
            </a:extLst>
          </p:cNvPr>
          <p:cNvSpPr txBox="1">
            <a:spLocks/>
          </p:cNvSpPr>
          <p:nvPr/>
        </p:nvSpPr>
        <p:spPr>
          <a:xfrm>
            <a:off x="-1124962" y="21970"/>
            <a:ext cx="6237915" cy="1054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algn="l"/>
            <a:r>
              <a:rPr lang="es-ES" sz="3200" b="1" dirty="0">
                <a:solidFill>
                  <a:schemeClr val="accent1">
                    <a:lumMod val="76000"/>
                  </a:schemeClr>
                </a:solidFill>
                <a:latin typeface="Inter"/>
                <a:ea typeface="Inter" panose="02000503000000020004" pitchFamily="2" charset="0"/>
                <a:cs typeface="Inter" panose="02000503000000020004" pitchFamily="2" charset="0"/>
              </a:rPr>
              <a:t>RESULTADOS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4AE0C9F-0CB4-D92C-E400-54FE5FF3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0" y="6642387"/>
            <a:ext cx="2451798" cy="67366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64032BE-D76F-EBD5-F814-9E593A737115}"/>
              </a:ext>
            </a:extLst>
          </p:cNvPr>
          <p:cNvSpPr txBox="1"/>
          <p:nvPr/>
        </p:nvSpPr>
        <p:spPr>
          <a:xfrm>
            <a:off x="865538" y="1010721"/>
            <a:ext cx="414189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Potencial de los Laboratorios Ciudadanos como </a:t>
            </a:r>
            <a:r>
              <a:rPr lang="es-ES" sz="2000" b="1" dirty="0">
                <a:latin typeface="Inter" panose="02000503000000020004" pitchFamily="2" charset="0"/>
                <a:ea typeface="Inter" panose="02000503000000020004" pitchFamily="2" charset="0"/>
              </a:rPr>
              <a:t>herramientas de innovación metodológica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s-E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Participación, experimentación y transferencia social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s-E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Enfoque </a:t>
            </a:r>
            <a:r>
              <a:rPr lang="es-ES" sz="2000" b="1" dirty="0">
                <a:latin typeface="Inter" panose="02000503000000020004" pitchFamily="2" charset="0"/>
                <a:ea typeface="Inter" panose="02000503000000020004" pitchFamily="2" charset="0"/>
              </a:rPr>
              <a:t>sensible y situado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s-E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Espacio de </a:t>
            </a:r>
            <a:r>
              <a:rPr lang="es-ES" sz="2000" b="1" dirty="0">
                <a:latin typeface="Inter" panose="02000503000000020004" pitchFamily="2" charset="0"/>
                <a:ea typeface="Inter" panose="02000503000000020004" pitchFamily="2" charset="0"/>
              </a:rPr>
              <a:t>mediación cultural </a:t>
            </a: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en distintas etapas sociales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s-E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2000" dirty="0">
                <a:latin typeface="Inter" panose="02000503000000020004" pitchFamily="2" charset="0"/>
                <a:ea typeface="Inter" panose="02000503000000020004" pitchFamily="2" charset="0"/>
              </a:rPr>
              <a:t>Eficacia en el </a:t>
            </a:r>
            <a:r>
              <a:rPr lang="es-ES" sz="2000" b="1" dirty="0">
                <a:latin typeface="Inter" panose="02000503000000020004" pitchFamily="2" charset="0"/>
                <a:ea typeface="Inter" panose="02000503000000020004" pitchFamily="2" charset="0"/>
              </a:rPr>
              <a:t>desarrollo de competencias transversales</a:t>
            </a:r>
          </a:p>
          <a:p>
            <a:endParaRPr lang="es-ES" dirty="0"/>
          </a:p>
        </p:txBody>
      </p:sp>
      <p:pic>
        <p:nvPicPr>
          <p:cNvPr id="7" name="👨_🏫👩_🏫En diciembre llevamos a cabo nuestro Laboratorio Ciudadano de Experimentación Artístic">
            <a:hlinkClick r:id="" action="ppaction://media"/>
            <a:extLst>
              <a:ext uri="{FF2B5EF4-FFF2-40B4-BE49-F238E27FC236}">
                <a16:creationId xmlns:a16="http://schemas.microsoft.com/office/drawing/2014/main" id="{4FE62143-E17B-749E-F96B-79F6EDFAE6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12953" y="-673661"/>
            <a:ext cx="4640647" cy="825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5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8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1D5D5349-1AB5-05A5-A025-1B5BAE5A0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109" y="1852280"/>
            <a:ext cx="5118568" cy="1402970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2E4D5464-66E1-44AF-01A8-E8B5818E8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71" y="788243"/>
            <a:ext cx="2975807" cy="4832600"/>
          </a:xfrm>
          <a:prstGeom prst="rect">
            <a:avLst/>
          </a:prstGeom>
        </p:spPr>
      </p:pic>
      <p:pic>
        <p:nvPicPr>
          <p:cNvPr id="2" name="drawing">
            <a:extLst>
              <a:ext uri="{FF2B5EF4-FFF2-40B4-BE49-F238E27FC236}">
                <a16:creationId xmlns:a16="http://schemas.microsoft.com/office/drawing/2014/main" id="{F398403D-D562-6DF0-72F7-8C18A7F628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599" y="3396534"/>
            <a:ext cx="4777061" cy="100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50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V JORNADAS DE CULTURA LIBRE Y CIENCIA ABIERTA" id="{E2DB62B4-F671-41E1-8CE8-B7CD1A4AB702}" vid="{C9EF09F0-2E3C-4F15-B471-660318F9F5F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DD4F852959234285985822F09192D0" ma:contentTypeVersion="15" ma:contentTypeDescription="Crear nuevo documento." ma:contentTypeScope="" ma:versionID="8c6fdb3fa179915005dd00619fd3048d">
  <xsd:schema xmlns:xsd="http://www.w3.org/2001/XMLSchema" xmlns:xs="http://www.w3.org/2001/XMLSchema" xmlns:p="http://schemas.microsoft.com/office/2006/metadata/properties" xmlns:ns2="ed7d04ca-6791-46a6-843d-c75384990620" xmlns:ns3="f8230d87-b562-4dcd-9d10-9ea8927c1246" targetNamespace="http://schemas.microsoft.com/office/2006/metadata/properties" ma:root="true" ma:fieldsID="4c0b1f2a05f1a9e2e3eb21c24717af08" ns2:_="" ns3:_="">
    <xsd:import namespace="ed7d04ca-6791-46a6-843d-c75384990620"/>
    <xsd:import namespace="f8230d87-b562-4dcd-9d10-9ea8927c12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d04ca-6791-46a6-843d-c753849906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df859abf-b1ed-4d7f-b0cb-7b9e116598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2" nillable="true" ma:displayName="Estado de aprobación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230d87-b562-4dcd-9d10-9ea8927c124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3daef11-f458-441a-92f9-43fb942a18a8}" ma:internalName="TaxCatchAll" ma:showField="CatchAllData" ma:web="f8230d87-b562-4dcd-9d10-9ea8927c12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ed7d04ca-6791-46a6-843d-c75384990620" xsi:nil="true"/>
    <lcf76f155ced4ddcb4097134ff3c332f xmlns="ed7d04ca-6791-46a6-843d-c75384990620">
      <Terms xmlns="http://schemas.microsoft.com/office/infopath/2007/PartnerControls"/>
    </lcf76f155ced4ddcb4097134ff3c332f>
    <TaxCatchAll xmlns="f8230d87-b562-4dcd-9d10-9ea8927c124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05B3D9-57AA-44A0-B79A-AD1FE546747F}">
  <ds:schemaRefs>
    <ds:schemaRef ds:uri="ed7d04ca-6791-46a6-843d-c75384990620"/>
    <ds:schemaRef ds:uri="f8230d87-b562-4dcd-9d10-9ea8927c12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85FDBC5-6490-4AA3-A5C3-995C6C47F201}">
  <ds:schemaRefs>
    <ds:schemaRef ds:uri="http://purl.org/dc/dcmitype/"/>
    <ds:schemaRef ds:uri="http://schemas.openxmlformats.org/package/2006/metadata/core-properties"/>
    <ds:schemaRef ds:uri="http://purl.org/dc/elements/1.1/"/>
    <ds:schemaRef ds:uri="f8230d87-b562-4dcd-9d10-9ea8927c1246"/>
    <ds:schemaRef ds:uri="http://purl.org/dc/terms/"/>
    <ds:schemaRef ds:uri="http://schemas.microsoft.com/office/2006/documentManagement/types"/>
    <ds:schemaRef ds:uri="http://schemas.microsoft.com/office/infopath/2007/PartnerControls"/>
    <ds:schemaRef ds:uri="ed7d04ca-6791-46a6-843d-c7538499062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1257FD-6231-431E-AEC1-2E33F9B99BD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84c4ea-370d-4b9e-830c-756f8bf1b51f}" enabled="0" method="" siteId="{5f84c4ea-370d-4b9e-830c-756f8bf1b5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2783</TotalTime>
  <Words>72</Words>
  <Application>Microsoft Macintosh PowerPoint</Application>
  <PresentationFormat>Personalizado</PresentationFormat>
  <Paragraphs>25</Paragraphs>
  <Slides>9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 New</vt:lpstr>
      <vt:lpstr>Inter</vt:lpstr>
      <vt:lpstr>Inter Bold</vt:lpstr>
      <vt:lpstr>Inter Heavy</vt:lpstr>
      <vt:lpstr>Inter Semi-Bold</vt:lpstr>
      <vt:lpstr>Tema de Office</vt:lpstr>
      <vt:lpstr>La construcción del conocimiento abierto en el Laboratorio Ciudadano de Experimentación Artística Sensorial de la URJC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Esteban Galarza</dc:creator>
  <cp:lastModifiedBy>ANGEL PAZOS LOPEZ</cp:lastModifiedBy>
  <cp:revision>1</cp:revision>
  <dcterms:created xsi:type="dcterms:W3CDTF">2026-03-17T12:06:08Z</dcterms:created>
  <dcterms:modified xsi:type="dcterms:W3CDTF">2026-03-26T05:56:48Z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0x01010013DD4F852959234285985822F09192D0</vt:lpwstr>
  </property>
  <property fmtid="{D5CDD505-2E9C-101B-9397-08002B2CF9AE}" pid="3" name="MediaServiceImageTags">
    <vt:lpwstr/>
  </property>
</Properties>
</file>