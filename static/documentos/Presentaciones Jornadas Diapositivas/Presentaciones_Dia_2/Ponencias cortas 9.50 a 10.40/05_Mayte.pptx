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5" r:id="rId4"/>
    <p:sldId id="259" r:id="rId5"/>
    <p:sldId id="260" r:id="rId6"/>
    <p:sldId id="262" r:id="rId7"/>
    <p:sldId id="263" r:id="rId8"/>
    <p:sldId id="261" r:id="rId9"/>
    <p:sldId id="264" r:id="rId10"/>
  </p:sldIdLst>
  <p:sldSz cx="9753600" cy="7315200"/>
  <p:notesSz cx="6797675" cy="9926638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EA2030-00BE-4700-8F7A-2CC1C443B466}" v="3" dt="2026-03-23T10:52:05.9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2094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ía Teresa García Ruiz" userId="2b0c3db0-c4b3-4d91-97d5-7863f431fe37" providerId="ADAL" clId="{B904EFA2-27E0-4A44-B373-8CA8BF23F670}"/>
    <pc:docChg chg="undo custSel addSld delSld modSld">
      <pc:chgData name="María Teresa García Ruiz" userId="2b0c3db0-c4b3-4d91-97d5-7863f431fe37" providerId="ADAL" clId="{B904EFA2-27E0-4A44-B373-8CA8BF23F670}" dt="2026-03-23T12:36:02.234" v="172" actId="20577"/>
      <pc:docMkLst>
        <pc:docMk/>
      </pc:docMkLst>
      <pc:sldChg chg="modSp del mod">
        <pc:chgData name="María Teresa García Ruiz" userId="2b0c3db0-c4b3-4d91-97d5-7863f431fe37" providerId="ADAL" clId="{B904EFA2-27E0-4A44-B373-8CA8BF23F670}" dt="2026-03-23T10:54:42.054" v="168" actId="2696"/>
        <pc:sldMkLst>
          <pc:docMk/>
          <pc:sldMk cId="556070403" sldId="258"/>
        </pc:sldMkLst>
        <pc:spChg chg="mod">
          <ac:chgData name="María Teresa García Ruiz" userId="2b0c3db0-c4b3-4d91-97d5-7863f431fe37" providerId="ADAL" clId="{B904EFA2-27E0-4A44-B373-8CA8BF23F670}" dt="2026-03-23T10:50:49.048" v="152" actId="20578"/>
          <ac:spMkLst>
            <pc:docMk/>
            <pc:sldMk cId="556070403" sldId="258"/>
            <ac:spMk id="3" creationId="{B82D4F3E-6375-4B67-17DE-D8540492FB88}"/>
          </ac:spMkLst>
        </pc:spChg>
        <pc:cxnChg chg="mod">
          <ac:chgData name="María Teresa García Ruiz" userId="2b0c3db0-c4b3-4d91-97d5-7863f431fe37" providerId="ADAL" clId="{B904EFA2-27E0-4A44-B373-8CA8BF23F670}" dt="2026-03-23T10:50:43.328" v="151" actId="1076"/>
          <ac:cxnSpMkLst>
            <pc:docMk/>
            <pc:sldMk cId="556070403" sldId="258"/>
            <ac:cxnSpMk id="7" creationId="{83AE002D-89C7-9FC6-7671-314C5EA01A02}"/>
          </ac:cxnSpMkLst>
        </pc:cxnChg>
      </pc:sldChg>
      <pc:sldChg chg="modSp mod">
        <pc:chgData name="María Teresa García Ruiz" userId="2b0c3db0-c4b3-4d91-97d5-7863f431fe37" providerId="ADAL" clId="{B904EFA2-27E0-4A44-B373-8CA8BF23F670}" dt="2026-03-23T12:36:02.234" v="172" actId="20577"/>
        <pc:sldMkLst>
          <pc:docMk/>
          <pc:sldMk cId="2763584044" sldId="262"/>
        </pc:sldMkLst>
        <pc:spChg chg="mod">
          <ac:chgData name="María Teresa García Ruiz" userId="2b0c3db0-c4b3-4d91-97d5-7863f431fe37" providerId="ADAL" clId="{B904EFA2-27E0-4A44-B373-8CA8BF23F670}" dt="2026-03-23T12:36:02.234" v="172" actId="20577"/>
          <ac:spMkLst>
            <pc:docMk/>
            <pc:sldMk cId="2763584044" sldId="262"/>
            <ac:spMk id="10" creationId="{763F6897-A4B3-F890-A61B-70B5475D7E60}"/>
          </ac:spMkLst>
        </pc:spChg>
      </pc:sldChg>
      <pc:sldChg chg="addSp modSp add mod">
        <pc:chgData name="María Teresa García Ruiz" userId="2b0c3db0-c4b3-4d91-97d5-7863f431fe37" providerId="ADAL" clId="{B904EFA2-27E0-4A44-B373-8CA8BF23F670}" dt="2026-03-23T10:56:32.816" v="171" actId="20577"/>
        <pc:sldMkLst>
          <pc:docMk/>
          <pc:sldMk cId="3687253896" sldId="265"/>
        </pc:sldMkLst>
        <pc:spChg chg="add mod">
          <ac:chgData name="María Teresa García Ruiz" userId="2b0c3db0-c4b3-4d91-97d5-7863f431fe37" providerId="ADAL" clId="{B904EFA2-27E0-4A44-B373-8CA8BF23F670}" dt="2026-03-23T10:56:32.816" v="171" actId="20577"/>
          <ac:spMkLst>
            <pc:docMk/>
            <pc:sldMk cId="3687253896" sldId="265"/>
            <ac:spMk id="7" creationId="{224EAF83-ABE5-CF8D-2812-82B14502C6A2}"/>
          </ac:spMkLst>
        </pc:spChg>
        <pc:cxnChg chg="add mod">
          <ac:chgData name="María Teresa García Ruiz" userId="2b0c3db0-c4b3-4d91-97d5-7863f431fe37" providerId="ADAL" clId="{B904EFA2-27E0-4A44-B373-8CA8BF23F670}" dt="2026-03-23T10:56:24.579" v="169" actId="1076"/>
          <ac:cxnSpMkLst>
            <pc:docMk/>
            <pc:sldMk cId="3687253896" sldId="265"/>
            <ac:cxnSpMk id="8" creationId="{69A43D43-C391-FDCF-3A87-3DAD80A381B6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3DA578-5845-488C-A449-048E9F1FB64B}" type="datetimeFigureOut">
              <a:rPr lang="es-ES" smtClean="0"/>
              <a:t>23/03/2026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BD639F-3CAA-4A30-8CA1-E8EA03B2B34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8130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D639F-3CAA-4A30-8CA1-E8EA03B2B342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9291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0EB04-EE4A-3184-AE65-5316A859A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5488A3A-1F8C-3611-A1F7-9C92EB062F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052778B-4A6C-2101-24F9-DDE21BE19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1707E1-9F54-B961-7839-7D7FA8081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D639F-3CAA-4A30-8CA1-E8EA03B2B342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0941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C92BB88-27A7-481B-AA49-DBAB58CFCA3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A13BF8D-25C2-4D3D-9A74-87EFA94A31C8}" type="slidenum">
              <a:t>‹Nº›</a:t>
            </a:fld>
            <a:endParaRPr lang="en-US"/>
          </a:p>
        </p:txBody>
      </p:sp>
      <p:sp>
        <p:nvSpPr>
          <p:cNvPr id="3" name="Freeform 21">
            <a:extLst>
              <a:ext uri="{FF2B5EF4-FFF2-40B4-BE49-F238E27FC236}">
                <a16:creationId xmlns:a16="http://schemas.microsoft.com/office/drawing/2014/main" id="{84B3CFA3-771A-4E2D-B24C-263E52C3D10D}"/>
              </a:ext>
            </a:extLst>
          </p:cNvPr>
          <p:cNvSpPr/>
          <p:nvPr/>
        </p:nvSpPr>
        <p:spPr>
          <a:xfrm rot="2436847">
            <a:off x="-683366" y="3600262"/>
            <a:ext cx="1982867" cy="3936464"/>
          </a:xfrm>
          <a:custGeom>
            <a:avLst/>
            <a:gdLst>
              <a:gd name="f0" fmla="val w"/>
              <a:gd name="f1" fmla="val h"/>
              <a:gd name="f2" fmla="val 0"/>
              <a:gd name="f3" fmla="val 1982865"/>
              <a:gd name="f4" fmla="val 3936469"/>
              <a:gd name="f5" fmla="*/ f0 1 1982865"/>
              <a:gd name="f6" fmla="*/ f1 1 3936469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982865"/>
              <a:gd name="f13" fmla="*/ f10 1 3936469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982865" h="3936469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  <p:sp>
        <p:nvSpPr>
          <p:cNvPr id="4" name="Freeform 24">
            <a:extLst>
              <a:ext uri="{FF2B5EF4-FFF2-40B4-BE49-F238E27FC236}">
                <a16:creationId xmlns:a16="http://schemas.microsoft.com/office/drawing/2014/main" id="{7858C38F-337E-440C-85C8-0E157DC418DB}"/>
              </a:ext>
            </a:extLst>
          </p:cNvPr>
          <p:cNvSpPr/>
          <p:nvPr/>
        </p:nvSpPr>
        <p:spPr>
          <a:xfrm>
            <a:off x="742108" y="6356351"/>
            <a:ext cx="3101077" cy="759116"/>
          </a:xfrm>
          <a:custGeom>
            <a:avLst/>
            <a:gdLst>
              <a:gd name="f0" fmla="val w"/>
              <a:gd name="f1" fmla="val h"/>
              <a:gd name="f2" fmla="val 0"/>
              <a:gd name="f3" fmla="val 3101078"/>
              <a:gd name="f4" fmla="val 759118"/>
              <a:gd name="f5" fmla="*/ f0 1 3101078"/>
              <a:gd name="f6" fmla="*/ f1 1 75911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01078"/>
              <a:gd name="f13" fmla="*/ f10 1 75911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01078" h="75911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  <p:sp>
        <p:nvSpPr>
          <p:cNvPr id="5" name="Freeform 25">
            <a:extLst>
              <a:ext uri="{FF2B5EF4-FFF2-40B4-BE49-F238E27FC236}">
                <a16:creationId xmlns:a16="http://schemas.microsoft.com/office/drawing/2014/main" id="{9E63B368-6B9F-472D-819E-58ABAE171C26}"/>
              </a:ext>
            </a:extLst>
          </p:cNvPr>
          <p:cNvSpPr/>
          <p:nvPr/>
        </p:nvSpPr>
        <p:spPr>
          <a:xfrm>
            <a:off x="3992407" y="6735909"/>
            <a:ext cx="647870" cy="379558"/>
          </a:xfrm>
          <a:custGeom>
            <a:avLst/>
            <a:gdLst>
              <a:gd name="f0" fmla="val w"/>
              <a:gd name="f1" fmla="val h"/>
              <a:gd name="f2" fmla="val 0"/>
              <a:gd name="f3" fmla="val 647868"/>
              <a:gd name="f4" fmla="val 379559"/>
              <a:gd name="f5" fmla="*/ f0 1 647868"/>
              <a:gd name="f6" fmla="*/ f1 1 379559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647868"/>
              <a:gd name="f13" fmla="*/ f10 1 379559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647868" h="379559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  <p:sp>
        <p:nvSpPr>
          <p:cNvPr id="6" name="Freeform 23">
            <a:extLst>
              <a:ext uri="{FF2B5EF4-FFF2-40B4-BE49-F238E27FC236}">
                <a16:creationId xmlns:a16="http://schemas.microsoft.com/office/drawing/2014/main" id="{29072EA1-322A-4213-8CC0-53B3438EAB17}"/>
              </a:ext>
            </a:extLst>
          </p:cNvPr>
          <p:cNvSpPr/>
          <p:nvPr/>
        </p:nvSpPr>
        <p:spPr>
          <a:xfrm>
            <a:off x="6986701" y="6444005"/>
            <a:ext cx="2942996" cy="837526"/>
          </a:xfrm>
          <a:custGeom>
            <a:avLst/>
            <a:gdLst>
              <a:gd name="f0" fmla="val w"/>
              <a:gd name="f1" fmla="val h"/>
              <a:gd name="f2" fmla="val 0"/>
              <a:gd name="f3" fmla="val 2942999"/>
              <a:gd name="f4" fmla="val 837528"/>
              <a:gd name="f5" fmla="*/ f0 1 2942999"/>
              <a:gd name="f6" fmla="*/ f1 1 83752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2942999"/>
              <a:gd name="f13" fmla="*/ f10 1 83752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2942999" h="83752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5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755952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066AB2B-6B56-40BD-B72C-14C16901EC2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8D46CB-5881-4CD4-9B62-443DC73227A8}" type="slidenum">
              <a:t>‹Nº›</a:t>
            </a:fld>
            <a:endParaRPr lang="en-US"/>
          </a:p>
        </p:txBody>
      </p:sp>
      <p:sp>
        <p:nvSpPr>
          <p:cNvPr id="3" name="Freeform 22">
            <a:extLst>
              <a:ext uri="{FF2B5EF4-FFF2-40B4-BE49-F238E27FC236}">
                <a16:creationId xmlns:a16="http://schemas.microsoft.com/office/drawing/2014/main" id="{B00EF003-DD9B-4D78-9ADD-31B21B450FCB}"/>
              </a:ext>
            </a:extLst>
          </p:cNvPr>
          <p:cNvSpPr/>
          <p:nvPr/>
        </p:nvSpPr>
        <p:spPr>
          <a:xfrm>
            <a:off x="6511890" y="6415448"/>
            <a:ext cx="3101077" cy="759116"/>
          </a:xfrm>
          <a:custGeom>
            <a:avLst/>
            <a:gdLst>
              <a:gd name="f0" fmla="val w"/>
              <a:gd name="f1" fmla="val h"/>
              <a:gd name="f2" fmla="val 0"/>
              <a:gd name="f3" fmla="val 3101078"/>
              <a:gd name="f4" fmla="val 759118"/>
              <a:gd name="f5" fmla="*/ f0 1 3101078"/>
              <a:gd name="f6" fmla="*/ f1 1 75911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01078"/>
              <a:gd name="f13" fmla="*/ f10 1 75911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01078" h="75911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2449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EE76A79-298D-45AA-9975-595014DD612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B28BEF7-BC2F-4C9A-A0AB-95CA9F8FC98B}" type="slidenum">
              <a:t>‹Nº›</a:t>
            </a:fld>
            <a:endParaRPr lang="en-US"/>
          </a:p>
        </p:txBody>
      </p:sp>
      <p:sp>
        <p:nvSpPr>
          <p:cNvPr id="3" name="Freeform 21">
            <a:extLst>
              <a:ext uri="{FF2B5EF4-FFF2-40B4-BE49-F238E27FC236}">
                <a16:creationId xmlns:a16="http://schemas.microsoft.com/office/drawing/2014/main" id="{6C6D8371-9DE9-4C3B-83D1-DCEAF19C7C70}"/>
              </a:ext>
            </a:extLst>
          </p:cNvPr>
          <p:cNvSpPr/>
          <p:nvPr/>
        </p:nvSpPr>
        <p:spPr>
          <a:xfrm rot="2436847">
            <a:off x="-704617" y="3802326"/>
            <a:ext cx="1982867" cy="3936464"/>
          </a:xfrm>
          <a:custGeom>
            <a:avLst/>
            <a:gdLst>
              <a:gd name="f0" fmla="val w"/>
              <a:gd name="f1" fmla="val h"/>
              <a:gd name="f2" fmla="val 0"/>
              <a:gd name="f3" fmla="val 1982865"/>
              <a:gd name="f4" fmla="val 3936469"/>
              <a:gd name="f5" fmla="*/ f0 1 1982865"/>
              <a:gd name="f6" fmla="*/ f1 1 3936469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982865"/>
              <a:gd name="f13" fmla="*/ f10 1 3936469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982865" h="3936469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  <p:sp>
        <p:nvSpPr>
          <p:cNvPr id="4" name="Freeform 24">
            <a:extLst>
              <a:ext uri="{FF2B5EF4-FFF2-40B4-BE49-F238E27FC236}">
                <a16:creationId xmlns:a16="http://schemas.microsoft.com/office/drawing/2014/main" id="{9E3DC1B5-673A-4264-9563-69339BD923AA}"/>
              </a:ext>
            </a:extLst>
          </p:cNvPr>
          <p:cNvSpPr/>
          <p:nvPr/>
        </p:nvSpPr>
        <p:spPr>
          <a:xfrm>
            <a:off x="852540" y="6392542"/>
            <a:ext cx="3101077" cy="759116"/>
          </a:xfrm>
          <a:custGeom>
            <a:avLst/>
            <a:gdLst>
              <a:gd name="f0" fmla="val w"/>
              <a:gd name="f1" fmla="val h"/>
              <a:gd name="f2" fmla="val 0"/>
              <a:gd name="f3" fmla="val 3101078"/>
              <a:gd name="f4" fmla="val 759118"/>
              <a:gd name="f5" fmla="*/ f0 1 3101078"/>
              <a:gd name="f6" fmla="*/ f1 1 75911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01078"/>
              <a:gd name="f13" fmla="*/ f10 1 75911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01078" h="75911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  <p:sp>
        <p:nvSpPr>
          <p:cNvPr id="5" name="Freeform 25">
            <a:extLst>
              <a:ext uri="{FF2B5EF4-FFF2-40B4-BE49-F238E27FC236}">
                <a16:creationId xmlns:a16="http://schemas.microsoft.com/office/drawing/2014/main" id="{2BCB3586-2ACC-4FFE-A54E-DB5334DEFA02}"/>
              </a:ext>
            </a:extLst>
          </p:cNvPr>
          <p:cNvSpPr/>
          <p:nvPr/>
        </p:nvSpPr>
        <p:spPr>
          <a:xfrm>
            <a:off x="4089480" y="6772101"/>
            <a:ext cx="647870" cy="379558"/>
          </a:xfrm>
          <a:custGeom>
            <a:avLst/>
            <a:gdLst>
              <a:gd name="f0" fmla="val w"/>
              <a:gd name="f1" fmla="val h"/>
              <a:gd name="f2" fmla="val 0"/>
              <a:gd name="f3" fmla="val 647868"/>
              <a:gd name="f4" fmla="val 379559"/>
              <a:gd name="f5" fmla="*/ f0 1 647868"/>
              <a:gd name="f6" fmla="*/ f1 1 379559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647868"/>
              <a:gd name="f13" fmla="*/ f10 1 379559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647868" h="379559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  <p:sp>
        <p:nvSpPr>
          <p:cNvPr id="6" name="Freeform 23">
            <a:extLst>
              <a:ext uri="{FF2B5EF4-FFF2-40B4-BE49-F238E27FC236}">
                <a16:creationId xmlns:a16="http://schemas.microsoft.com/office/drawing/2014/main" id="{04F22425-AD71-4C08-8719-D1730520739F}"/>
              </a:ext>
            </a:extLst>
          </p:cNvPr>
          <p:cNvSpPr/>
          <p:nvPr/>
        </p:nvSpPr>
        <p:spPr>
          <a:xfrm>
            <a:off x="7086124" y="6477673"/>
            <a:ext cx="2942996" cy="837526"/>
          </a:xfrm>
          <a:custGeom>
            <a:avLst/>
            <a:gdLst>
              <a:gd name="f0" fmla="val w"/>
              <a:gd name="f1" fmla="val h"/>
              <a:gd name="f2" fmla="val 0"/>
              <a:gd name="f3" fmla="val 2942999"/>
              <a:gd name="f4" fmla="val 837528"/>
              <a:gd name="f5" fmla="*/ f0 1 2942999"/>
              <a:gd name="f6" fmla="*/ f1 1 83752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2942999"/>
              <a:gd name="f13" fmla="*/ f10 1 83752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2942999" h="83752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5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7649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0781A9B1-7012-43F0-992D-75C118B2E66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038E951A-C14B-4B02-99C5-6DCAF6E21B9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82C47BC-B0A4-443A-8378-702525E17F2F}" type="slidenum">
              <a:t>‹Nº›</a:t>
            </a:fld>
            <a:endParaRPr lang="en-US"/>
          </a:p>
        </p:txBody>
      </p:sp>
      <p:sp>
        <p:nvSpPr>
          <p:cNvPr id="4" name="Freeform 21">
            <a:extLst>
              <a:ext uri="{FF2B5EF4-FFF2-40B4-BE49-F238E27FC236}">
                <a16:creationId xmlns:a16="http://schemas.microsoft.com/office/drawing/2014/main" id="{77AAAB56-3DA9-4A6E-A4AA-7A13C6B76B48}"/>
              </a:ext>
            </a:extLst>
          </p:cNvPr>
          <p:cNvSpPr/>
          <p:nvPr/>
        </p:nvSpPr>
        <p:spPr>
          <a:xfrm rot="2436847">
            <a:off x="-646927" y="3667398"/>
            <a:ext cx="1982867" cy="3936464"/>
          </a:xfrm>
          <a:custGeom>
            <a:avLst/>
            <a:gdLst>
              <a:gd name="f0" fmla="val w"/>
              <a:gd name="f1" fmla="val h"/>
              <a:gd name="f2" fmla="val 0"/>
              <a:gd name="f3" fmla="val 1982865"/>
              <a:gd name="f4" fmla="val 3936469"/>
              <a:gd name="f5" fmla="*/ f0 1 1982865"/>
              <a:gd name="f6" fmla="*/ f1 1 3936469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982865"/>
              <a:gd name="f13" fmla="*/ f10 1 3936469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982865" h="3936469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  <p:sp>
        <p:nvSpPr>
          <p:cNvPr id="5" name="Freeform 23">
            <a:extLst>
              <a:ext uri="{FF2B5EF4-FFF2-40B4-BE49-F238E27FC236}">
                <a16:creationId xmlns:a16="http://schemas.microsoft.com/office/drawing/2014/main" id="{ECAA5B28-F797-4883-A1F1-1BA0EE97EABD}"/>
              </a:ext>
            </a:extLst>
          </p:cNvPr>
          <p:cNvSpPr/>
          <p:nvPr/>
        </p:nvSpPr>
        <p:spPr>
          <a:xfrm>
            <a:off x="7086124" y="6477673"/>
            <a:ext cx="2942996" cy="837526"/>
          </a:xfrm>
          <a:custGeom>
            <a:avLst/>
            <a:gdLst>
              <a:gd name="f0" fmla="val w"/>
              <a:gd name="f1" fmla="val h"/>
              <a:gd name="f2" fmla="val 0"/>
              <a:gd name="f3" fmla="val 2942999"/>
              <a:gd name="f4" fmla="val 837528"/>
              <a:gd name="f5" fmla="*/ f0 1 2942999"/>
              <a:gd name="f6" fmla="*/ f1 1 83752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2942999"/>
              <a:gd name="f13" fmla="*/ f10 1 83752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2942999" h="83752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7849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D115EFC5-A7C6-4710-998E-7670D62877E8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4645023" y="2174872"/>
            <a:ext cx="4041776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062BB855-61AF-4167-9C33-FFD35CDB2B5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F6B2016-A97E-4DA7-AF18-1C21C1E1CFF7}" type="datetime1">
              <a:rPr lang="en-US"/>
              <a:pPr lvl="0"/>
              <a:t>3/23/2026</a:t>
            </a:fld>
            <a:endParaRPr lang="en-US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650817E0-1FAA-4F68-8FC1-152498943E0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0A0AC481-CBB6-4296-A854-1017FB571FB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9760EBF-3744-4D2C-B343-534240FA077A}" type="slidenum">
              <a:t>‹Nº›</a:t>
            </a:fld>
            <a:endParaRPr lang="en-US"/>
          </a:p>
        </p:txBody>
      </p:sp>
      <p:sp>
        <p:nvSpPr>
          <p:cNvPr id="6" name="Freeform 21">
            <a:extLst>
              <a:ext uri="{FF2B5EF4-FFF2-40B4-BE49-F238E27FC236}">
                <a16:creationId xmlns:a16="http://schemas.microsoft.com/office/drawing/2014/main" id="{E1AA6AF0-AC80-453F-8C7D-21FC1CEC2F08}"/>
              </a:ext>
            </a:extLst>
          </p:cNvPr>
          <p:cNvSpPr/>
          <p:nvPr/>
        </p:nvSpPr>
        <p:spPr>
          <a:xfrm rot="2436847">
            <a:off x="-681867" y="3654678"/>
            <a:ext cx="1982867" cy="3936464"/>
          </a:xfrm>
          <a:custGeom>
            <a:avLst/>
            <a:gdLst>
              <a:gd name="f0" fmla="val w"/>
              <a:gd name="f1" fmla="val h"/>
              <a:gd name="f2" fmla="val 0"/>
              <a:gd name="f3" fmla="val 1982865"/>
              <a:gd name="f4" fmla="val 3936469"/>
              <a:gd name="f5" fmla="*/ f0 1 1982865"/>
              <a:gd name="f6" fmla="*/ f1 1 3936469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982865"/>
              <a:gd name="f13" fmla="*/ f10 1 3936469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982865" h="3936469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  <p:sp>
        <p:nvSpPr>
          <p:cNvPr id="7" name="Freeform 23">
            <a:extLst>
              <a:ext uri="{FF2B5EF4-FFF2-40B4-BE49-F238E27FC236}">
                <a16:creationId xmlns:a16="http://schemas.microsoft.com/office/drawing/2014/main" id="{CA0D1E06-CFA7-4F38-9AB9-895284D799B8}"/>
              </a:ext>
            </a:extLst>
          </p:cNvPr>
          <p:cNvSpPr/>
          <p:nvPr/>
        </p:nvSpPr>
        <p:spPr>
          <a:xfrm>
            <a:off x="6511890" y="6415448"/>
            <a:ext cx="3101077" cy="759116"/>
          </a:xfrm>
          <a:custGeom>
            <a:avLst/>
            <a:gdLst>
              <a:gd name="f0" fmla="val w"/>
              <a:gd name="f1" fmla="val h"/>
              <a:gd name="f2" fmla="val 0"/>
              <a:gd name="f3" fmla="val 3101078"/>
              <a:gd name="f4" fmla="val 759118"/>
              <a:gd name="f5" fmla="*/ f0 1 3101078"/>
              <a:gd name="f6" fmla="*/ f1 1 75911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01078"/>
              <a:gd name="f13" fmla="*/ f10 1 75911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01078" h="75911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8234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2">
            <a:extLst>
              <a:ext uri="{FF2B5EF4-FFF2-40B4-BE49-F238E27FC236}">
                <a16:creationId xmlns:a16="http://schemas.microsoft.com/office/drawing/2014/main" id="{7328C063-0780-403C-A5AB-6D5ED8C4B4B7}"/>
              </a:ext>
            </a:extLst>
          </p:cNvPr>
          <p:cNvSpPr/>
          <p:nvPr/>
        </p:nvSpPr>
        <p:spPr>
          <a:xfrm>
            <a:off x="6511890" y="6415448"/>
            <a:ext cx="3101077" cy="759116"/>
          </a:xfrm>
          <a:custGeom>
            <a:avLst/>
            <a:gdLst>
              <a:gd name="f0" fmla="val w"/>
              <a:gd name="f1" fmla="val h"/>
              <a:gd name="f2" fmla="val 0"/>
              <a:gd name="f3" fmla="val 3101078"/>
              <a:gd name="f4" fmla="val 759118"/>
              <a:gd name="f5" fmla="*/ f0 1 3101078"/>
              <a:gd name="f6" fmla="*/ f1 1 75911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01078"/>
              <a:gd name="f13" fmla="*/ f10 1 75911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01078" h="75911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5320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1">
            <a:extLst>
              <a:ext uri="{FF2B5EF4-FFF2-40B4-BE49-F238E27FC236}">
                <a16:creationId xmlns:a16="http://schemas.microsoft.com/office/drawing/2014/main" id="{1EB2A01F-2B84-4527-B8F6-72BC860B5F3D}"/>
              </a:ext>
            </a:extLst>
          </p:cNvPr>
          <p:cNvSpPr/>
          <p:nvPr/>
        </p:nvSpPr>
        <p:spPr>
          <a:xfrm>
            <a:off x="827916" y="3143734"/>
            <a:ext cx="1900927" cy="3773811"/>
          </a:xfrm>
          <a:custGeom>
            <a:avLst/>
            <a:gdLst>
              <a:gd name="f0" fmla="val w"/>
              <a:gd name="f1" fmla="val h"/>
              <a:gd name="f2" fmla="val 0"/>
              <a:gd name="f3" fmla="val 1900932"/>
              <a:gd name="f4" fmla="val 3773811"/>
              <a:gd name="f5" fmla="*/ f0 1 1900932"/>
              <a:gd name="f6" fmla="*/ f1 1 3773811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900932"/>
              <a:gd name="f13" fmla="*/ f10 1 3773811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900932" h="3773811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3877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A94E1BA4-CDA6-42CB-9B81-A80F4097C5C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B3608515-DDCD-4F98-9866-E6642D4F8D5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A4A1E07-EDE6-4A36-B949-2CDB9426B7B9}" type="slidenum">
              <a:t>‹Nº›</a:t>
            </a:fld>
            <a:endParaRPr lang="en-US"/>
          </a:p>
        </p:txBody>
      </p:sp>
      <p:sp>
        <p:nvSpPr>
          <p:cNvPr id="4" name="Freeform 23">
            <a:extLst>
              <a:ext uri="{FF2B5EF4-FFF2-40B4-BE49-F238E27FC236}">
                <a16:creationId xmlns:a16="http://schemas.microsoft.com/office/drawing/2014/main" id="{00C26561-5F1B-46A8-A942-801B0376ACE8}"/>
              </a:ext>
            </a:extLst>
          </p:cNvPr>
          <p:cNvSpPr/>
          <p:nvPr/>
        </p:nvSpPr>
        <p:spPr>
          <a:xfrm>
            <a:off x="731520" y="6379832"/>
            <a:ext cx="3101077" cy="759116"/>
          </a:xfrm>
          <a:custGeom>
            <a:avLst/>
            <a:gdLst>
              <a:gd name="f0" fmla="val w"/>
              <a:gd name="f1" fmla="val h"/>
              <a:gd name="f2" fmla="val 0"/>
              <a:gd name="f3" fmla="val 3101078"/>
              <a:gd name="f4" fmla="val 759118"/>
              <a:gd name="f5" fmla="*/ f0 1 3101078"/>
              <a:gd name="f6" fmla="*/ f1 1 75911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01078"/>
              <a:gd name="f13" fmla="*/ f10 1 75911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01078" h="75911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  <p:sp>
        <p:nvSpPr>
          <p:cNvPr id="5" name="Freeform 24">
            <a:extLst>
              <a:ext uri="{FF2B5EF4-FFF2-40B4-BE49-F238E27FC236}">
                <a16:creationId xmlns:a16="http://schemas.microsoft.com/office/drawing/2014/main" id="{3D8ADDE2-A2EA-4FEA-B5C3-1B6365704D17}"/>
              </a:ext>
            </a:extLst>
          </p:cNvPr>
          <p:cNvSpPr/>
          <p:nvPr/>
        </p:nvSpPr>
        <p:spPr>
          <a:xfrm>
            <a:off x="3974229" y="6759391"/>
            <a:ext cx="647870" cy="379558"/>
          </a:xfrm>
          <a:custGeom>
            <a:avLst/>
            <a:gdLst>
              <a:gd name="f0" fmla="val w"/>
              <a:gd name="f1" fmla="val h"/>
              <a:gd name="f2" fmla="val 0"/>
              <a:gd name="f3" fmla="val 647868"/>
              <a:gd name="f4" fmla="val 379559"/>
              <a:gd name="f5" fmla="*/ f0 1 647868"/>
              <a:gd name="f6" fmla="*/ f1 1 379559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647868"/>
              <a:gd name="f13" fmla="*/ f10 1 379559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647868" h="379559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  <p:sp>
        <p:nvSpPr>
          <p:cNvPr id="6" name="Freeform 22">
            <a:extLst>
              <a:ext uri="{FF2B5EF4-FFF2-40B4-BE49-F238E27FC236}">
                <a16:creationId xmlns:a16="http://schemas.microsoft.com/office/drawing/2014/main" id="{61C085E3-F468-41D5-BA22-87B3DB352A41}"/>
              </a:ext>
            </a:extLst>
          </p:cNvPr>
          <p:cNvSpPr/>
          <p:nvPr/>
        </p:nvSpPr>
        <p:spPr>
          <a:xfrm>
            <a:off x="7086124" y="6477673"/>
            <a:ext cx="2942996" cy="837526"/>
          </a:xfrm>
          <a:custGeom>
            <a:avLst/>
            <a:gdLst>
              <a:gd name="f0" fmla="val w"/>
              <a:gd name="f1" fmla="val h"/>
              <a:gd name="f2" fmla="val 0"/>
              <a:gd name="f3" fmla="val 2942999"/>
              <a:gd name="f4" fmla="val 837528"/>
              <a:gd name="f5" fmla="*/ f0 1 2942999"/>
              <a:gd name="f6" fmla="*/ f1 1 83752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2942999"/>
              <a:gd name="f13" fmla="*/ f10 1 83752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2942999" h="83752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9417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5248FDEB-90E1-4FBA-AD77-A7DF49B90C0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37794991-460F-4E05-A669-66A89A8DFAB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495C0AA-EC73-4AF5-A99E-BE5BA3D53738}" type="slidenum">
              <a:t>‹Nº›</a:t>
            </a:fld>
            <a:endParaRPr lang="en-US"/>
          </a:p>
        </p:txBody>
      </p:sp>
      <p:sp>
        <p:nvSpPr>
          <p:cNvPr id="4" name="Freeform 23">
            <a:extLst>
              <a:ext uri="{FF2B5EF4-FFF2-40B4-BE49-F238E27FC236}">
                <a16:creationId xmlns:a16="http://schemas.microsoft.com/office/drawing/2014/main" id="{5F77DBDE-D335-46BF-80BF-141879902065}"/>
              </a:ext>
            </a:extLst>
          </p:cNvPr>
          <p:cNvSpPr/>
          <p:nvPr/>
        </p:nvSpPr>
        <p:spPr>
          <a:xfrm>
            <a:off x="731520" y="6379832"/>
            <a:ext cx="3101077" cy="759116"/>
          </a:xfrm>
          <a:custGeom>
            <a:avLst/>
            <a:gdLst>
              <a:gd name="f0" fmla="val w"/>
              <a:gd name="f1" fmla="val h"/>
              <a:gd name="f2" fmla="val 0"/>
              <a:gd name="f3" fmla="val 3101078"/>
              <a:gd name="f4" fmla="val 759118"/>
              <a:gd name="f5" fmla="*/ f0 1 3101078"/>
              <a:gd name="f6" fmla="*/ f1 1 75911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01078"/>
              <a:gd name="f13" fmla="*/ f10 1 75911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01078" h="75911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  <p:sp>
        <p:nvSpPr>
          <p:cNvPr id="5" name="Freeform 24">
            <a:extLst>
              <a:ext uri="{FF2B5EF4-FFF2-40B4-BE49-F238E27FC236}">
                <a16:creationId xmlns:a16="http://schemas.microsoft.com/office/drawing/2014/main" id="{10799B49-5570-463A-B1C4-65CA1B8809A3}"/>
              </a:ext>
            </a:extLst>
          </p:cNvPr>
          <p:cNvSpPr/>
          <p:nvPr/>
        </p:nvSpPr>
        <p:spPr>
          <a:xfrm>
            <a:off x="3974229" y="6759391"/>
            <a:ext cx="647870" cy="379558"/>
          </a:xfrm>
          <a:custGeom>
            <a:avLst/>
            <a:gdLst>
              <a:gd name="f0" fmla="val w"/>
              <a:gd name="f1" fmla="val h"/>
              <a:gd name="f2" fmla="val 0"/>
              <a:gd name="f3" fmla="val 647868"/>
              <a:gd name="f4" fmla="val 379559"/>
              <a:gd name="f5" fmla="*/ f0 1 647868"/>
              <a:gd name="f6" fmla="*/ f1 1 379559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647868"/>
              <a:gd name="f13" fmla="*/ f10 1 379559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647868" h="379559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  <p:sp>
        <p:nvSpPr>
          <p:cNvPr id="6" name="Freeform 22">
            <a:extLst>
              <a:ext uri="{FF2B5EF4-FFF2-40B4-BE49-F238E27FC236}">
                <a16:creationId xmlns:a16="http://schemas.microsoft.com/office/drawing/2014/main" id="{CF2C9122-F3EB-4619-BC87-4A969DF95B9F}"/>
              </a:ext>
            </a:extLst>
          </p:cNvPr>
          <p:cNvSpPr/>
          <p:nvPr/>
        </p:nvSpPr>
        <p:spPr>
          <a:xfrm>
            <a:off x="7086124" y="6477673"/>
            <a:ext cx="2942996" cy="837526"/>
          </a:xfrm>
          <a:custGeom>
            <a:avLst/>
            <a:gdLst>
              <a:gd name="f0" fmla="val w"/>
              <a:gd name="f1" fmla="val h"/>
              <a:gd name="f2" fmla="val 0"/>
              <a:gd name="f3" fmla="val 2942999"/>
              <a:gd name="f4" fmla="val 837528"/>
              <a:gd name="f5" fmla="*/ f0 1 2942999"/>
              <a:gd name="f6" fmla="*/ f1 1 83752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2942999"/>
              <a:gd name="f13" fmla="*/ f10 1 83752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2942999" h="83752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5880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28BAEE3-9F25-42C2-B482-562DEEA62A0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9C354ED-356A-4D82-AC32-53A7B26629AB}" type="slidenum">
              <a:t>‹Nº›</a:t>
            </a:fld>
            <a:endParaRPr lang="en-US"/>
          </a:p>
        </p:txBody>
      </p:sp>
      <p:sp>
        <p:nvSpPr>
          <p:cNvPr id="3" name="Freeform 23">
            <a:extLst>
              <a:ext uri="{FF2B5EF4-FFF2-40B4-BE49-F238E27FC236}">
                <a16:creationId xmlns:a16="http://schemas.microsoft.com/office/drawing/2014/main" id="{E5B42545-6688-41A4-A0FF-3C4F9A85572C}"/>
              </a:ext>
            </a:extLst>
          </p:cNvPr>
          <p:cNvSpPr/>
          <p:nvPr/>
        </p:nvSpPr>
        <p:spPr>
          <a:xfrm>
            <a:off x="731520" y="6379832"/>
            <a:ext cx="3101077" cy="759116"/>
          </a:xfrm>
          <a:custGeom>
            <a:avLst/>
            <a:gdLst>
              <a:gd name="f0" fmla="val w"/>
              <a:gd name="f1" fmla="val h"/>
              <a:gd name="f2" fmla="val 0"/>
              <a:gd name="f3" fmla="val 3101078"/>
              <a:gd name="f4" fmla="val 759118"/>
              <a:gd name="f5" fmla="*/ f0 1 3101078"/>
              <a:gd name="f6" fmla="*/ f1 1 75911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01078"/>
              <a:gd name="f13" fmla="*/ f10 1 75911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01078" h="75911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  <p:sp>
        <p:nvSpPr>
          <p:cNvPr id="4" name="Freeform 24">
            <a:extLst>
              <a:ext uri="{FF2B5EF4-FFF2-40B4-BE49-F238E27FC236}">
                <a16:creationId xmlns:a16="http://schemas.microsoft.com/office/drawing/2014/main" id="{4D3B2128-3DCF-4745-A5D7-CDA26CBE2FBF}"/>
              </a:ext>
            </a:extLst>
          </p:cNvPr>
          <p:cNvSpPr/>
          <p:nvPr/>
        </p:nvSpPr>
        <p:spPr>
          <a:xfrm>
            <a:off x="3974229" y="6759391"/>
            <a:ext cx="647870" cy="379558"/>
          </a:xfrm>
          <a:custGeom>
            <a:avLst/>
            <a:gdLst>
              <a:gd name="f0" fmla="val w"/>
              <a:gd name="f1" fmla="val h"/>
              <a:gd name="f2" fmla="val 0"/>
              <a:gd name="f3" fmla="val 647868"/>
              <a:gd name="f4" fmla="val 379559"/>
              <a:gd name="f5" fmla="*/ f0 1 647868"/>
              <a:gd name="f6" fmla="*/ f1 1 379559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647868"/>
              <a:gd name="f13" fmla="*/ f10 1 379559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647868" h="379559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761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600E0DB-B4FC-4EFD-BD2B-B0ABEF3BBF0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1ADAA7A-A3ED-4D28-AFBA-908810F36C4A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815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3">
            <a:extLst>
              <a:ext uri="{FF2B5EF4-FFF2-40B4-BE49-F238E27FC236}">
                <a16:creationId xmlns:a16="http://schemas.microsoft.com/office/drawing/2014/main" id="{3A2B491B-D855-4A35-8DDA-9437C7E06BE5}"/>
              </a:ext>
            </a:extLst>
          </p:cNvPr>
          <p:cNvSpPr/>
          <p:nvPr/>
        </p:nvSpPr>
        <p:spPr>
          <a:xfrm>
            <a:off x="529117" y="6517989"/>
            <a:ext cx="2779346" cy="680359"/>
          </a:xfrm>
          <a:custGeom>
            <a:avLst/>
            <a:gdLst>
              <a:gd name="f0" fmla="val w"/>
              <a:gd name="f1" fmla="val h"/>
              <a:gd name="f2" fmla="val 0"/>
              <a:gd name="f3" fmla="val 2779345"/>
              <a:gd name="f4" fmla="val 680360"/>
              <a:gd name="f5" fmla="val 2779344"/>
              <a:gd name="f6" fmla="*/ f0 1 2779345"/>
              <a:gd name="f7" fmla="*/ f1 1 680360"/>
              <a:gd name="f8" fmla="val f2"/>
              <a:gd name="f9" fmla="val f3"/>
              <a:gd name="f10" fmla="val f4"/>
              <a:gd name="f11" fmla="+- f10 0 f8"/>
              <a:gd name="f12" fmla="+- f9 0 f8"/>
              <a:gd name="f13" fmla="*/ f12 1 2779345"/>
              <a:gd name="f14" fmla="*/ f11 1 680360"/>
              <a:gd name="f15" fmla="*/ f8 1 f13"/>
              <a:gd name="f16" fmla="*/ f9 1 f13"/>
              <a:gd name="f17" fmla="*/ f8 1 f14"/>
              <a:gd name="f18" fmla="*/ f10 1 f14"/>
              <a:gd name="f19" fmla="*/ f15 f6 1"/>
              <a:gd name="f20" fmla="*/ f16 f6 1"/>
              <a:gd name="f21" fmla="*/ f18 f7 1"/>
              <a:gd name="f22" fmla="*/ f17 f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2779345" h="680360">
                <a:moveTo>
                  <a:pt x="f2" y="f2"/>
                </a:moveTo>
                <a:lnTo>
                  <a:pt x="f5" y="f2"/>
                </a:lnTo>
                <a:lnTo>
                  <a:pt x="f5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  <p:sp>
        <p:nvSpPr>
          <p:cNvPr id="3" name="Freeform 24">
            <a:extLst>
              <a:ext uri="{FF2B5EF4-FFF2-40B4-BE49-F238E27FC236}">
                <a16:creationId xmlns:a16="http://schemas.microsoft.com/office/drawing/2014/main" id="{A31B2CC0-F62E-4773-B279-C4717FA2032D}"/>
              </a:ext>
            </a:extLst>
          </p:cNvPr>
          <p:cNvSpPr/>
          <p:nvPr/>
        </p:nvSpPr>
        <p:spPr>
          <a:xfrm>
            <a:off x="3597121" y="6762198"/>
            <a:ext cx="647870" cy="379558"/>
          </a:xfrm>
          <a:custGeom>
            <a:avLst/>
            <a:gdLst>
              <a:gd name="f0" fmla="val w"/>
              <a:gd name="f1" fmla="val h"/>
              <a:gd name="f2" fmla="val 0"/>
              <a:gd name="f3" fmla="val 647868"/>
              <a:gd name="f4" fmla="val 379559"/>
              <a:gd name="f5" fmla="*/ f0 1 647868"/>
              <a:gd name="f6" fmla="*/ f1 1 379559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647868"/>
              <a:gd name="f13" fmla="*/ f10 1 379559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647868" h="379559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  <p:sp>
        <p:nvSpPr>
          <p:cNvPr id="4" name="CuadroTexto 13">
            <a:extLst>
              <a:ext uri="{FF2B5EF4-FFF2-40B4-BE49-F238E27FC236}">
                <a16:creationId xmlns:a16="http://schemas.microsoft.com/office/drawing/2014/main" id="{AD0B71FF-2B0B-40F3-890A-E622079FDF5D}"/>
              </a:ext>
            </a:extLst>
          </p:cNvPr>
          <p:cNvSpPr txBox="1"/>
          <p:nvPr/>
        </p:nvSpPr>
        <p:spPr>
          <a:xfrm>
            <a:off x="2801986" y="3527023"/>
            <a:ext cx="6805751" cy="18876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000000"/>
                </a:solidFill>
                <a:uFillTx/>
                <a:latin typeface="Inter Bold"/>
                <a:ea typeface="Inter Bold"/>
                <a:cs typeface="Inter Bold"/>
              </a:rPr>
              <a:t>Copyright 2026</a:t>
            </a:r>
          </a:p>
          <a:p>
            <a:pPr marL="0" marR="0" lvl="0" indent="0" algn="r" defTabSz="914400" rtl="0" fontAlgn="auto" hangingPunct="1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000000"/>
                </a:solidFill>
                <a:uFillTx/>
                <a:latin typeface="Inter Semi-Bold"/>
                <a:ea typeface="Inter Semi-Bold"/>
                <a:cs typeface="Inter Semi-Bold"/>
              </a:rPr>
              <a:t>Algunos derechos reservados</a:t>
            </a:r>
          </a:p>
          <a:p>
            <a:pPr marL="0" marR="0" lvl="0" indent="0" algn="r" defTabSz="914400" rtl="0" fontAlgn="auto" hangingPunct="1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000000"/>
                </a:solidFill>
                <a:uFillTx/>
                <a:latin typeface="Inter Semi-Bold"/>
                <a:ea typeface="Inter Semi-Bold"/>
                <a:cs typeface="Inter Semi-Bold"/>
              </a:rPr>
              <a:t> </a:t>
            </a:r>
          </a:p>
          <a:p>
            <a:pPr marL="0" marR="0" lvl="0" indent="0" algn="r" defTabSz="914400" rtl="0" fontAlgn="auto" hangingPunct="1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000000"/>
                </a:solidFill>
                <a:uFillTx/>
                <a:latin typeface="Inter Semi-Bold"/>
                <a:ea typeface="Inter Semi-Bold"/>
                <a:cs typeface="Inter Semi-Bold"/>
              </a:rPr>
              <a:t>Esta presentación se distribuye bajo la </a:t>
            </a:r>
            <a:r>
              <a:rPr lang="en-US" sz="1400" b="1" i="0" u="none" strike="noStrike" kern="1200" cap="none" spc="0" baseline="0">
                <a:solidFill>
                  <a:srgbClr val="016EB8"/>
                </a:solidFill>
                <a:uFillTx/>
                <a:latin typeface="Inter Semi-Bold"/>
                <a:ea typeface="Inter Semi-Bold"/>
                <a:cs typeface="Inter Semi-Bold"/>
              </a:rPr>
              <a:t>licencia</a:t>
            </a:r>
          </a:p>
          <a:p>
            <a:pPr marL="0" marR="0" lvl="0" indent="0" algn="r" defTabSz="914400" rtl="0" fontAlgn="auto" hangingPunct="1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016EB8"/>
                </a:solidFill>
                <a:uFillTx/>
                <a:latin typeface="Inter Semi-Bold"/>
                <a:ea typeface="Inter Semi-Bold"/>
                <a:cs typeface="Inter Semi-Bold"/>
              </a:rPr>
              <a:t>“Atribución-CompartirIgual 4.0 Internacional”</a:t>
            </a:r>
          </a:p>
          <a:p>
            <a:pPr marL="0" marR="0" lvl="0" indent="0" algn="r" defTabSz="914400" rtl="0" fontAlgn="auto" hangingPunct="1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000000"/>
                </a:solidFill>
                <a:uFillTx/>
                <a:latin typeface="Inter Semi-Bold"/>
                <a:ea typeface="Inter Semi-Bold"/>
                <a:cs typeface="Inter Semi-Bold"/>
              </a:rPr>
              <a:t>de </a:t>
            </a:r>
            <a:r>
              <a:rPr lang="en-US" sz="1400" b="1" i="0" u="none" strike="noStrike" kern="1200" cap="none" spc="0" baseline="0">
                <a:solidFill>
                  <a:srgbClr val="016EB8"/>
                </a:solidFill>
                <a:uFillTx/>
                <a:latin typeface="Inter Semi-Bold"/>
                <a:ea typeface="Inter Semi-Bold"/>
                <a:cs typeface="Inter Semi-Bold"/>
              </a:rPr>
              <a:t>Creative Commons</a:t>
            </a:r>
            <a:r>
              <a:rPr lang="en-US" sz="1400" b="1" i="0" u="none" strike="noStrike" kern="1200" cap="none" spc="0" baseline="0">
                <a:solidFill>
                  <a:srgbClr val="000000"/>
                </a:solidFill>
                <a:uFillTx/>
                <a:latin typeface="Inter Semi-Bold"/>
                <a:ea typeface="Inter Semi-Bold"/>
                <a:cs typeface="Inter Semi-Bold"/>
              </a:rPr>
              <a:t>, disponible en </a:t>
            </a:r>
            <a:r>
              <a:rPr lang="en-US" sz="1400" b="1" i="0" u="sng" strike="noStrike" kern="1200" cap="none" spc="0" baseline="0">
                <a:solidFill>
                  <a:srgbClr val="016EB8"/>
                </a:solidFill>
                <a:uFillTx/>
                <a:latin typeface="Inter Semi-Bold"/>
                <a:ea typeface="Inter Semi-Bold"/>
                <a:cs typeface="Inter Semi-Bold"/>
              </a:rPr>
              <a:t>https://creativecommons.org/licenses/by-sa/4.0/deed.es</a:t>
            </a:r>
          </a:p>
        </p:txBody>
      </p:sp>
      <p:sp>
        <p:nvSpPr>
          <p:cNvPr id="5" name="CuadroTexto 15">
            <a:extLst>
              <a:ext uri="{FF2B5EF4-FFF2-40B4-BE49-F238E27FC236}">
                <a16:creationId xmlns:a16="http://schemas.microsoft.com/office/drawing/2014/main" id="{F31C88CD-654E-45E4-90AA-F907D8152B10}"/>
              </a:ext>
            </a:extLst>
          </p:cNvPr>
          <p:cNvSpPr txBox="1"/>
          <p:nvPr/>
        </p:nvSpPr>
        <p:spPr>
          <a:xfrm>
            <a:off x="7375358" y="7001277"/>
            <a:ext cx="3698235" cy="2507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sng" strike="noStrike" kern="1200" cap="none" spc="47" baseline="0">
                <a:solidFill>
                  <a:srgbClr val="F2A251"/>
                </a:solidFill>
                <a:uFillTx/>
                <a:latin typeface="Inter Heavy"/>
                <a:ea typeface="Inter Heavy"/>
                <a:cs typeface="Inter Heavy"/>
              </a:rPr>
              <a:t>HTTPS://OFILIBRE.URJC.ES/</a:t>
            </a:r>
          </a:p>
        </p:txBody>
      </p:sp>
      <p:sp>
        <p:nvSpPr>
          <p:cNvPr id="6" name="CuadroTexto 17">
            <a:extLst>
              <a:ext uri="{FF2B5EF4-FFF2-40B4-BE49-F238E27FC236}">
                <a16:creationId xmlns:a16="http://schemas.microsoft.com/office/drawing/2014/main" id="{B2B8C19B-0017-4E69-9376-D15384985FDD}"/>
              </a:ext>
            </a:extLst>
          </p:cNvPr>
          <p:cNvSpPr txBox="1"/>
          <p:nvPr/>
        </p:nvSpPr>
        <p:spPr>
          <a:xfrm>
            <a:off x="2801986" y="6883804"/>
            <a:ext cx="6805751" cy="24281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ts val="98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000000"/>
                </a:solidFill>
                <a:uFillTx/>
                <a:latin typeface="Inter Bold"/>
                <a:ea typeface="Inter Bold"/>
                <a:cs typeface="Inter Bold"/>
              </a:rPr>
              <a:t>MÁS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Inter Bold"/>
                <a:ea typeface="Inter Bold"/>
                <a:cs typeface="Inter Bold"/>
              </a:rPr>
              <a:t> </a:t>
            </a:r>
            <a:r>
              <a:rPr lang="en-US" sz="1050" b="1" i="0" u="none" strike="noStrike" kern="1200" cap="none" spc="0" baseline="0">
                <a:solidFill>
                  <a:srgbClr val="000000"/>
                </a:solidFill>
                <a:uFillTx/>
                <a:latin typeface="Inter Bold"/>
                <a:ea typeface="Inter Bold"/>
                <a:cs typeface="Inter Bold"/>
              </a:rPr>
              <a:t>INFORMACIÓN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Inter Bold"/>
                <a:ea typeface="Inter Bold"/>
                <a:cs typeface="Inter Bold"/>
              </a:rPr>
              <a:t>:</a:t>
            </a:r>
          </a:p>
        </p:txBody>
      </p:sp>
      <p:sp>
        <p:nvSpPr>
          <p:cNvPr id="7" name="CuadroTexto 19">
            <a:extLst>
              <a:ext uri="{FF2B5EF4-FFF2-40B4-BE49-F238E27FC236}">
                <a16:creationId xmlns:a16="http://schemas.microsoft.com/office/drawing/2014/main" id="{F2D1837D-99A4-4CFA-A9F8-859615DB4626}"/>
              </a:ext>
            </a:extLst>
          </p:cNvPr>
          <p:cNvSpPr txBox="1"/>
          <p:nvPr/>
        </p:nvSpPr>
        <p:spPr>
          <a:xfrm>
            <a:off x="6019796" y="5507806"/>
            <a:ext cx="5279571" cy="68621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016EB8"/>
                </a:solidFill>
                <a:uFillTx/>
                <a:latin typeface="Inter Semi-Bold"/>
                <a:ea typeface="Inter Semi-Bold"/>
                <a:cs typeface="Inter Semi-Bold"/>
              </a:rPr>
              <a:t>Ilustración:</a:t>
            </a:r>
            <a:r>
              <a:rPr lang="en-US" sz="1100" b="1" i="0" u="none" strike="noStrike" kern="1200" cap="none" spc="0" baseline="0">
                <a:solidFill>
                  <a:srgbClr val="000000"/>
                </a:solidFill>
                <a:uFillTx/>
                <a:latin typeface="Inter Semi-Bold"/>
                <a:ea typeface="Inter Semi-Bold"/>
                <a:cs typeface="Inter Semi-Bold"/>
              </a:rPr>
              <a:t> “Búho Libre”, Sergio Rodríguez Asenjo.</a:t>
            </a:r>
          </a:p>
          <a:p>
            <a:pPr marL="0" marR="0" lvl="0" indent="0" algn="l" defTabSz="914400" rtl="0" fontAlgn="auto" hangingPunct="1"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016EB8"/>
                </a:solidFill>
                <a:uFillTx/>
                <a:latin typeface="Inter Semi-Bold"/>
                <a:ea typeface="Inter Semi-Bold"/>
                <a:cs typeface="Inter Semi-Bold"/>
              </a:rPr>
              <a:t>Licencia</a:t>
            </a:r>
            <a:r>
              <a:rPr lang="en-US" sz="1100" b="1" i="0" u="none" strike="noStrike" kern="1200" cap="none" spc="0" baseline="0">
                <a:solidFill>
                  <a:srgbClr val="CB0017"/>
                </a:solidFill>
                <a:uFillTx/>
                <a:latin typeface="Inter Semi-Bold"/>
                <a:ea typeface="Inter Semi-Bold"/>
                <a:cs typeface="Inter Semi-Bold"/>
              </a:rPr>
              <a:t>:</a:t>
            </a:r>
            <a:r>
              <a:rPr lang="en-US" sz="1100" b="1" i="0" u="none" strike="noStrike" kern="1200" cap="none" spc="0" baseline="0">
                <a:solidFill>
                  <a:srgbClr val="000000"/>
                </a:solidFill>
                <a:uFillTx/>
                <a:latin typeface="Inter Semi-Bold"/>
                <a:ea typeface="Inter Semi-Bold"/>
                <a:cs typeface="Inter Semi-Bold"/>
              </a:rPr>
              <a:t> Creative Commons Atribución 4.0 Intl.</a:t>
            </a:r>
          </a:p>
        </p:txBody>
      </p:sp>
    </p:spTree>
    <p:extLst>
      <p:ext uri="{BB962C8B-B14F-4D97-AF65-F5344CB8AC3E}">
        <p14:creationId xmlns:p14="http://schemas.microsoft.com/office/powerpoint/2010/main" val="1432124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20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D665CA2-F1AE-4173-ACD1-B2E8C68CD525}"/>
              </a:ext>
            </a:extLst>
          </p:cNvPr>
          <p:cNvSpPr/>
          <p:nvPr/>
        </p:nvSpPr>
        <p:spPr>
          <a:xfrm rot="11668366">
            <a:off x="-789567" y="6248652"/>
            <a:ext cx="6405317" cy="1933242"/>
          </a:xfrm>
          <a:custGeom>
            <a:avLst/>
            <a:gdLst>
              <a:gd name="f0" fmla="val w"/>
              <a:gd name="f1" fmla="val h"/>
              <a:gd name="f2" fmla="val 0"/>
              <a:gd name="f3" fmla="val 6405315"/>
              <a:gd name="f4" fmla="val 1933241"/>
              <a:gd name="f5" fmla="val 1933240"/>
              <a:gd name="f6" fmla="*/ f0 1 6405315"/>
              <a:gd name="f7" fmla="*/ f1 1 1933241"/>
              <a:gd name="f8" fmla="val f2"/>
              <a:gd name="f9" fmla="val f3"/>
              <a:gd name="f10" fmla="val f4"/>
              <a:gd name="f11" fmla="+- f10 0 f8"/>
              <a:gd name="f12" fmla="+- f9 0 f8"/>
              <a:gd name="f13" fmla="*/ f12 1 6405315"/>
              <a:gd name="f14" fmla="*/ f11 1 1933241"/>
              <a:gd name="f15" fmla="*/ f8 1 f13"/>
              <a:gd name="f16" fmla="*/ f9 1 f13"/>
              <a:gd name="f17" fmla="*/ f8 1 f14"/>
              <a:gd name="f18" fmla="*/ f10 1 f14"/>
              <a:gd name="f19" fmla="*/ f15 f6 1"/>
              <a:gd name="f20" fmla="*/ f16 f6 1"/>
              <a:gd name="f21" fmla="*/ f18 f7 1"/>
              <a:gd name="f22" fmla="*/ f17 f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6405315" h="1933241">
                <a:moveTo>
                  <a:pt x="f2" y="f2"/>
                </a:moveTo>
                <a:lnTo>
                  <a:pt x="f3" y="f2"/>
                </a:lnTo>
                <a:lnTo>
                  <a:pt x="f3" y="f5"/>
                </a:lnTo>
                <a:lnTo>
                  <a:pt x="f2" y="f5"/>
                </a:lnTo>
                <a:lnTo>
                  <a:pt x="f2" y="f2"/>
                </a:lnTo>
                <a:close/>
              </a:path>
            </a:pathLst>
          </a:custGeom>
          <a:blipFill>
            <a:blip r:embed="rId14">
              <a:alphaModFix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s-ES"/>
          </a:p>
        </p:txBody>
      </p:sp>
      <p:grpSp>
        <p:nvGrpSpPr>
          <p:cNvPr id="3" name="Group 18">
            <a:extLst>
              <a:ext uri="{FF2B5EF4-FFF2-40B4-BE49-F238E27FC236}">
                <a16:creationId xmlns:a16="http://schemas.microsoft.com/office/drawing/2014/main" id="{E99E0730-F3E6-4B9A-91FB-668105D1F07D}"/>
              </a:ext>
            </a:extLst>
          </p:cNvPr>
          <p:cNvGrpSpPr/>
          <p:nvPr/>
        </p:nvGrpSpPr>
        <p:grpSpPr>
          <a:xfrm>
            <a:off x="-1887230" y="-471428"/>
            <a:ext cx="2354799" cy="7686702"/>
            <a:chOff x="-1887230" y="-471428"/>
            <a:chExt cx="2354799" cy="7686702"/>
          </a:xfrm>
        </p:grpSpPr>
        <p:sp>
          <p:nvSpPr>
            <p:cNvPr id="4" name="Freeform 19">
              <a:extLst>
                <a:ext uri="{FF2B5EF4-FFF2-40B4-BE49-F238E27FC236}">
                  <a16:creationId xmlns:a16="http://schemas.microsoft.com/office/drawing/2014/main" id="{E9AD0F35-1067-4885-ADE2-0ADA24302A23}"/>
                </a:ext>
              </a:extLst>
            </p:cNvPr>
            <p:cNvSpPr/>
            <p:nvPr/>
          </p:nvSpPr>
          <p:spPr>
            <a:xfrm>
              <a:off x="-1887230" y="-432017"/>
              <a:ext cx="2354799" cy="764729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138423"/>
                <a:gd name="f4" fmla="val 3697064"/>
                <a:gd name="f5" fmla="*/ f0 1 1138423"/>
                <a:gd name="f6" fmla="*/ f1 1 369706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138423"/>
                <a:gd name="f13" fmla="*/ f10 1 369706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138423" h="369706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close/>
                </a:path>
              </a:pathLst>
            </a:custGeom>
            <a:solidFill>
              <a:srgbClr val="016EB8"/>
            </a:solid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s-ES"/>
            </a:p>
          </p:txBody>
        </p:sp>
        <p:sp>
          <p:nvSpPr>
            <p:cNvPr id="5" name="TextBox 20">
              <a:extLst>
                <a:ext uri="{FF2B5EF4-FFF2-40B4-BE49-F238E27FC236}">
                  <a16:creationId xmlns:a16="http://schemas.microsoft.com/office/drawing/2014/main" id="{E4A04C22-58BC-40AE-A5C4-0591CE897BA1}"/>
                </a:ext>
              </a:extLst>
            </p:cNvPr>
            <p:cNvSpPr txBox="1"/>
            <p:nvPr/>
          </p:nvSpPr>
          <p:spPr>
            <a:xfrm>
              <a:off x="-1887230" y="-471428"/>
              <a:ext cx="2354799" cy="7686702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27678" tIns="27678" rIns="27678" bIns="27678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ts val="145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E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43114DE-7DEF-43AE-9D75-4AE2385A07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4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FDC50C5-A2CC-43EC-94FC-1D71F6CFBC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7F17C59-0241-47AB-BB5D-D669A61A2F55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457200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E1A13219-2F3A-47A5-A25D-8372A63375BA}" type="datetime1">
              <a:rPr lang="en-US"/>
              <a:pPr lvl="0"/>
              <a:t>3/23/2026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747C8FB-E1F3-4E34-B876-C383839281F5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124203" y="6356351"/>
            <a:ext cx="2895603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1EF45B7-1037-4FAC-B809-32F5DB37C1D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6553203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B1080B65-B7F3-4236-B3F6-EC3F0E92F732}" type="slidenum">
              <a:t>‹Nº›</a:t>
            </a:fld>
            <a:endParaRPr lang="en-US"/>
          </a:p>
        </p:txBody>
      </p:sp>
      <p:grpSp>
        <p:nvGrpSpPr>
          <p:cNvPr id="11" name="Group 3">
            <a:extLst>
              <a:ext uri="{FF2B5EF4-FFF2-40B4-BE49-F238E27FC236}">
                <a16:creationId xmlns:a16="http://schemas.microsoft.com/office/drawing/2014/main" id="{32AA2719-5125-4576-9366-62A4080FB62E}"/>
              </a:ext>
            </a:extLst>
          </p:cNvPr>
          <p:cNvGrpSpPr/>
          <p:nvPr/>
        </p:nvGrpSpPr>
        <p:grpSpPr>
          <a:xfrm>
            <a:off x="843570" y="0"/>
            <a:ext cx="8657017" cy="7803141"/>
            <a:chOff x="843570" y="0"/>
            <a:chExt cx="8657017" cy="780314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FE998E46-3FD1-43DE-BAFC-BDF4DFBF1408}"/>
                </a:ext>
              </a:extLst>
            </p:cNvPr>
            <p:cNvSpPr/>
            <p:nvPr/>
          </p:nvSpPr>
          <p:spPr>
            <a:xfrm>
              <a:off x="1160894" y="0"/>
              <a:ext cx="1019729" cy="101588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287347"/>
                <a:gd name="f4" fmla="val 1284725"/>
                <a:gd name="f5" fmla="*/ f0 1 1287347"/>
                <a:gd name="f6" fmla="*/ f1 1 1284725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287347"/>
                <a:gd name="f13" fmla="*/ f10 1 1284725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287347" h="1284725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6">
                <a:alphaModFix amt="7999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s-E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41572663-0775-47E1-B8C6-B4921E2134CD}"/>
                </a:ext>
              </a:extLst>
            </p:cNvPr>
            <p:cNvSpPr/>
            <p:nvPr/>
          </p:nvSpPr>
          <p:spPr>
            <a:xfrm>
              <a:off x="8480858" y="147794"/>
              <a:ext cx="1019729" cy="101588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287347"/>
                <a:gd name="f4" fmla="val 1284725"/>
                <a:gd name="f5" fmla="*/ f0 1 1287347"/>
                <a:gd name="f6" fmla="*/ f1 1 1284725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287347"/>
                <a:gd name="f13" fmla="*/ f10 1 1284725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287347" h="1284725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6">
                <a:alphaModFix amt="7999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s-E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1F89E8BC-6D2D-4F1D-AE13-C7623754BAE0}"/>
                </a:ext>
              </a:extLst>
            </p:cNvPr>
            <p:cNvSpPr/>
            <p:nvPr/>
          </p:nvSpPr>
          <p:spPr>
            <a:xfrm>
              <a:off x="2796564" y="4386422"/>
              <a:ext cx="863065" cy="85980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089561"/>
                <a:gd name="f4" fmla="val 1087342"/>
                <a:gd name="f5" fmla="*/ f0 1 1089561"/>
                <a:gd name="f6" fmla="*/ f1 1 108734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089561"/>
                <a:gd name="f13" fmla="*/ f10 1 108734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089561" h="108734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6">
                <a:alphaModFix amt="7999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s-E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0A3119F4-B134-4340-AB75-BC2F26F49ED0}"/>
                </a:ext>
              </a:extLst>
            </p:cNvPr>
            <p:cNvSpPr/>
            <p:nvPr/>
          </p:nvSpPr>
          <p:spPr>
            <a:xfrm>
              <a:off x="5384014" y="6943340"/>
              <a:ext cx="863065" cy="85980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089561"/>
                <a:gd name="f4" fmla="val 1087342"/>
                <a:gd name="f5" fmla="val 1089560"/>
                <a:gd name="f6" fmla="*/ f0 1 1089561"/>
                <a:gd name="f7" fmla="*/ f1 1 1087342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1089561"/>
                <a:gd name="f14" fmla="*/ f11 1 1087342"/>
                <a:gd name="f15" fmla="*/ f8 1 f13"/>
                <a:gd name="f16" fmla="*/ f9 1 f13"/>
                <a:gd name="f17" fmla="*/ f8 1 f14"/>
                <a:gd name="f18" fmla="*/ f10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1089561" h="1087342">
                  <a:moveTo>
                    <a:pt x="f2" y="f2"/>
                  </a:moveTo>
                  <a:lnTo>
                    <a:pt x="f5" y="f2"/>
                  </a:lnTo>
                  <a:lnTo>
                    <a:pt x="f5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6">
                <a:alphaModFix amt="7999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s-E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58F41C04-8B6A-4498-9BF9-CA3A924635B2}"/>
                </a:ext>
              </a:extLst>
            </p:cNvPr>
            <p:cNvSpPr/>
            <p:nvPr/>
          </p:nvSpPr>
          <p:spPr>
            <a:xfrm>
              <a:off x="7391113" y="1412391"/>
              <a:ext cx="863065" cy="85980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089561"/>
                <a:gd name="f4" fmla="val 1087342"/>
                <a:gd name="f5" fmla="val 1087341"/>
                <a:gd name="f6" fmla="*/ f0 1 1089561"/>
                <a:gd name="f7" fmla="*/ f1 1 1087342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1089561"/>
                <a:gd name="f14" fmla="*/ f11 1 1087342"/>
                <a:gd name="f15" fmla="*/ f8 1 f13"/>
                <a:gd name="f16" fmla="*/ f9 1 f13"/>
                <a:gd name="f17" fmla="*/ f8 1 f14"/>
                <a:gd name="f18" fmla="*/ f10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1089561" h="1087342">
                  <a:moveTo>
                    <a:pt x="f2" y="f2"/>
                  </a:moveTo>
                  <a:lnTo>
                    <a:pt x="f3" y="f2"/>
                  </a:lnTo>
                  <a:lnTo>
                    <a:pt x="f3" y="f5"/>
                  </a:lnTo>
                  <a:lnTo>
                    <a:pt x="f2" y="f5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6">
                <a:alphaModFix amt="7999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s-E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6210FF9D-9A62-413B-B2DA-166A35336A11}"/>
                </a:ext>
              </a:extLst>
            </p:cNvPr>
            <p:cNvSpPr/>
            <p:nvPr/>
          </p:nvSpPr>
          <p:spPr>
            <a:xfrm>
              <a:off x="843570" y="1548262"/>
              <a:ext cx="591863" cy="58807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747192"/>
                <a:gd name="f4" fmla="val 743701"/>
                <a:gd name="f5" fmla="*/ f0 1 747192"/>
                <a:gd name="f6" fmla="*/ f1 1 743701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747192"/>
                <a:gd name="f13" fmla="*/ f10 1 743701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747192" h="743701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7">
                <a:alphaModFix amt="7999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s-E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24438816-EE7F-46D6-BBF8-DDCA0EAF119A}"/>
                </a:ext>
              </a:extLst>
            </p:cNvPr>
            <p:cNvSpPr/>
            <p:nvPr/>
          </p:nvSpPr>
          <p:spPr>
            <a:xfrm>
              <a:off x="3363693" y="999996"/>
              <a:ext cx="591863" cy="58807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747192"/>
                <a:gd name="f4" fmla="val 743701"/>
                <a:gd name="f5" fmla="*/ f0 1 747192"/>
                <a:gd name="f6" fmla="*/ f1 1 743701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747192"/>
                <a:gd name="f13" fmla="*/ f10 1 743701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747192" h="743701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7">
                <a:alphaModFix amt="7999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s-E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B8F57483-CC98-49BF-8ECF-BC1A9CAE4FB2}"/>
                </a:ext>
              </a:extLst>
            </p:cNvPr>
            <p:cNvSpPr/>
            <p:nvPr/>
          </p:nvSpPr>
          <p:spPr>
            <a:xfrm>
              <a:off x="4358606" y="6264005"/>
              <a:ext cx="591863" cy="58807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747192"/>
                <a:gd name="f4" fmla="val 743701"/>
                <a:gd name="f5" fmla="*/ f0 1 747192"/>
                <a:gd name="f6" fmla="*/ f1 1 743701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747192"/>
                <a:gd name="f13" fmla="*/ f10 1 743701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747192" h="743701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7">
                <a:alphaModFix amt="7999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E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B587487F-6F7A-40B8-AB23-19FCDDAD4219}"/>
                </a:ext>
              </a:extLst>
            </p:cNvPr>
            <p:cNvSpPr/>
            <p:nvPr/>
          </p:nvSpPr>
          <p:spPr>
            <a:xfrm>
              <a:off x="5655216" y="5605610"/>
              <a:ext cx="591863" cy="58807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747192"/>
                <a:gd name="f4" fmla="val 743701"/>
                <a:gd name="f5" fmla="*/ f0 1 747192"/>
                <a:gd name="f6" fmla="*/ f1 1 743701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747192"/>
                <a:gd name="f13" fmla="*/ f10 1 743701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747192" h="743701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7">
                <a:alphaModFix amt="7999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s-E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60DF95A8-A59F-4987-A45A-90D4DD5D584B}"/>
                </a:ext>
              </a:extLst>
            </p:cNvPr>
            <p:cNvSpPr/>
            <p:nvPr/>
          </p:nvSpPr>
          <p:spPr>
            <a:xfrm>
              <a:off x="1078900" y="5042157"/>
              <a:ext cx="591863" cy="58807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747192"/>
                <a:gd name="f4" fmla="val 743701"/>
                <a:gd name="f5" fmla="*/ f0 1 747192"/>
                <a:gd name="f6" fmla="*/ f1 1 743701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747192"/>
                <a:gd name="f13" fmla="*/ f10 1 743701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747192" h="743701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7">
                <a:alphaModFix amt="7999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s-E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C6B498C2-5487-4DB6-86B0-DD624789D8A4}"/>
                </a:ext>
              </a:extLst>
            </p:cNvPr>
            <p:cNvSpPr/>
            <p:nvPr/>
          </p:nvSpPr>
          <p:spPr>
            <a:xfrm>
              <a:off x="8111797" y="3085597"/>
              <a:ext cx="591863" cy="58807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747192"/>
                <a:gd name="f4" fmla="val 743701"/>
                <a:gd name="f5" fmla="*/ f0 1 747192"/>
                <a:gd name="f6" fmla="*/ f1 1 743701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747192"/>
                <a:gd name="f13" fmla="*/ f10 1 743701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747192" h="743701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7">
                <a:alphaModFix amt="7999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s-ES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1F2D2E60-C662-4EAB-B85E-FAAD456EB461}"/>
                </a:ext>
              </a:extLst>
            </p:cNvPr>
            <p:cNvSpPr/>
            <p:nvPr/>
          </p:nvSpPr>
          <p:spPr>
            <a:xfrm>
              <a:off x="7353961" y="4386422"/>
              <a:ext cx="414506" cy="655734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523290"/>
                <a:gd name="f4" fmla="val 829271"/>
                <a:gd name="f5" fmla="*/ f0 1 523290"/>
                <a:gd name="f6" fmla="*/ f1 1 829271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523290"/>
                <a:gd name="f13" fmla="*/ f10 1 829271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523290" h="829271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8">
                <a:alphaModFix amt="7999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s-ES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7B60F0EC-974B-44E6-82C5-D1383B09D38F}"/>
                </a:ext>
              </a:extLst>
            </p:cNvPr>
            <p:cNvSpPr/>
            <p:nvPr/>
          </p:nvSpPr>
          <p:spPr>
            <a:xfrm>
              <a:off x="5240709" y="0"/>
              <a:ext cx="414506" cy="655734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523290"/>
                <a:gd name="f4" fmla="val 829271"/>
                <a:gd name="f5" fmla="*/ f0 1 523290"/>
                <a:gd name="f6" fmla="*/ f1 1 829271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523290"/>
                <a:gd name="f13" fmla="*/ f10 1 829271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523290" h="829271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8">
                <a:alphaModFix amt="7999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s-ES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7102AE83-7B0E-4AFC-BDBA-9F9DBC2B20EB}"/>
                </a:ext>
              </a:extLst>
            </p:cNvPr>
            <p:cNvSpPr/>
            <p:nvPr/>
          </p:nvSpPr>
          <p:spPr>
            <a:xfrm>
              <a:off x="5033451" y="3579382"/>
              <a:ext cx="414506" cy="655734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523290"/>
                <a:gd name="f4" fmla="val 829271"/>
                <a:gd name="f5" fmla="*/ f0 1 523290"/>
                <a:gd name="f6" fmla="*/ f1 1 829271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523290"/>
                <a:gd name="f13" fmla="*/ f10 1 829271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523290" h="829271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8">
                <a:alphaModFix amt="7999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s-ES"/>
            </a:p>
          </p:txBody>
        </p:sp>
      </p:grpSp>
      <p:sp>
        <p:nvSpPr>
          <p:cNvPr id="26" name="Freeform 22">
            <a:extLst>
              <a:ext uri="{FF2B5EF4-FFF2-40B4-BE49-F238E27FC236}">
                <a16:creationId xmlns:a16="http://schemas.microsoft.com/office/drawing/2014/main" id="{0DC4AAFD-6CDE-4EDA-B576-0A98397D4FDD}"/>
              </a:ext>
            </a:extLst>
          </p:cNvPr>
          <p:cNvSpPr/>
          <p:nvPr/>
        </p:nvSpPr>
        <p:spPr>
          <a:xfrm rot="11668366">
            <a:off x="5173391" y="-1010494"/>
            <a:ext cx="6405317" cy="1933242"/>
          </a:xfrm>
          <a:custGeom>
            <a:avLst/>
            <a:gdLst>
              <a:gd name="f0" fmla="val w"/>
              <a:gd name="f1" fmla="val h"/>
              <a:gd name="f2" fmla="val 0"/>
              <a:gd name="f3" fmla="val 6405315"/>
              <a:gd name="f4" fmla="val 1933241"/>
              <a:gd name="f5" fmla="*/ f0 1 6405315"/>
              <a:gd name="f6" fmla="*/ f1 1 1933241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6405315"/>
              <a:gd name="f13" fmla="*/ f10 1 1933241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6405315" h="1933241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19">
              <a:alphaModFix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ctr" defTabSz="914400" rtl="0" eaLnBrk="1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s-ES" sz="44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</p:titleStyle>
    <p:bodyStyle>
      <a:lvl1pPr marL="342900" marR="0" lvl="0" indent="-342900" algn="l" defTabSz="914400" rtl="0" eaLnBrk="1" fontAlgn="auto" hangingPunct="1">
        <a:lnSpc>
          <a:spcPct val="100000"/>
        </a:lnSpc>
        <a:spcBef>
          <a:spcPts val="800"/>
        </a:spcBef>
        <a:spcAft>
          <a:spcPts val="0"/>
        </a:spcAft>
        <a:buSzPct val="100000"/>
        <a:buFont typeface="Arial" pitchFamily="34"/>
        <a:buChar char="•"/>
        <a:tabLst/>
        <a:defRPr lang="es-ES" sz="32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742950" marR="0" lvl="1" indent="-285750" algn="l" defTabSz="914400" rtl="0" eaLnBrk="1" fontAlgn="auto" hangingPunct="1">
        <a:lnSpc>
          <a:spcPct val="100000"/>
        </a:lnSpc>
        <a:spcBef>
          <a:spcPts val="700"/>
        </a:spcBef>
        <a:spcAft>
          <a:spcPts val="0"/>
        </a:spcAft>
        <a:buSzPct val="100000"/>
        <a:buFont typeface="Arial" pitchFamily="34"/>
        <a:buChar char="–"/>
        <a:tabLst/>
        <a:defRPr lang="es-E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eaLnBrk="1" fontAlgn="auto" hangingPunct="1">
        <a:lnSpc>
          <a:spcPct val="100000"/>
        </a:lnSpc>
        <a:spcBef>
          <a:spcPts val="600"/>
        </a:spcBef>
        <a:spcAft>
          <a:spcPts val="0"/>
        </a:spcAft>
        <a:buSzPct val="100000"/>
        <a:buFont typeface="Arial" pitchFamily="34"/>
        <a:buChar char="•"/>
        <a:tabLst/>
        <a:defRPr lang="es-E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eaLnBrk="1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–"/>
        <a:tabLst/>
        <a:defRPr lang="es-E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eaLnBrk="1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»"/>
        <a:tabLst/>
        <a:defRPr lang="es-E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C4427-1B10-4E10-9E7E-5881AB167BF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2130423"/>
            <a:ext cx="8854888" cy="147002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r>
              <a:rPr lang="es-ES" b="1" dirty="0"/>
              <a:t>II Edición Laboratorios Ciudadanos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29D224A-3E38-48F5-A9E2-F4402AEED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456" y="3357134"/>
            <a:ext cx="6965576" cy="1472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CD17272-32E7-9BCD-5A84-F323D9DA6CFF}"/>
              </a:ext>
            </a:extLst>
          </p:cNvPr>
          <p:cNvSpPr txBox="1"/>
          <p:nvPr/>
        </p:nvSpPr>
        <p:spPr>
          <a:xfrm>
            <a:off x="3502959" y="1897951"/>
            <a:ext cx="5836023" cy="2177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16 proyectos presentados.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14 seleccionados.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11 realizados.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E3BDF29-96BA-5076-F73A-949CFFEB9874}"/>
              </a:ext>
            </a:extLst>
          </p:cNvPr>
          <p:cNvSpPr txBox="1"/>
          <p:nvPr/>
        </p:nvSpPr>
        <p:spPr>
          <a:xfrm>
            <a:off x="2814918" y="2003286"/>
            <a:ext cx="688041" cy="55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📋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61E8E8A-7FAD-2F50-CFC8-3DBF196149FC}"/>
              </a:ext>
            </a:extLst>
          </p:cNvPr>
          <p:cNvSpPr txBox="1"/>
          <p:nvPr/>
        </p:nvSpPr>
        <p:spPr>
          <a:xfrm>
            <a:off x="2814918" y="2706954"/>
            <a:ext cx="688041" cy="55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✅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66073DF-4977-54B0-BD50-CE59D942F5B6}"/>
              </a:ext>
            </a:extLst>
          </p:cNvPr>
          <p:cNvSpPr txBox="1"/>
          <p:nvPr/>
        </p:nvSpPr>
        <p:spPr>
          <a:xfrm>
            <a:off x="2875430" y="3468890"/>
            <a:ext cx="567018" cy="55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🏅</a:t>
            </a:r>
          </a:p>
        </p:txBody>
      </p:sp>
    </p:spTree>
    <p:extLst>
      <p:ext uri="{BB962C8B-B14F-4D97-AF65-F5344CB8AC3E}">
        <p14:creationId xmlns:p14="http://schemas.microsoft.com/office/powerpoint/2010/main" val="3759400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8A44A-53C9-EC29-D7F2-A59021C08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24F23F4-D999-EFD9-21BF-E49B1B8BD657}"/>
              </a:ext>
            </a:extLst>
          </p:cNvPr>
          <p:cNvSpPr txBox="1"/>
          <p:nvPr/>
        </p:nvSpPr>
        <p:spPr>
          <a:xfrm>
            <a:off x="3502959" y="1897951"/>
            <a:ext cx="5836023" cy="2177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16 proyectos presentados.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14 seleccionados.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11 realizados.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2A7C60D-0002-923A-0FAB-F079875B35EE}"/>
              </a:ext>
            </a:extLst>
          </p:cNvPr>
          <p:cNvSpPr txBox="1"/>
          <p:nvPr/>
        </p:nvSpPr>
        <p:spPr>
          <a:xfrm>
            <a:off x="2814918" y="2003286"/>
            <a:ext cx="688041" cy="55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📋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6A87A3C-A4BD-9933-D852-B69D54029795}"/>
              </a:ext>
            </a:extLst>
          </p:cNvPr>
          <p:cNvSpPr txBox="1"/>
          <p:nvPr/>
        </p:nvSpPr>
        <p:spPr>
          <a:xfrm>
            <a:off x="2814918" y="2706954"/>
            <a:ext cx="688041" cy="55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✅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ACD9F8F-3906-6717-BF7D-916B1F33C063}"/>
              </a:ext>
            </a:extLst>
          </p:cNvPr>
          <p:cNvSpPr txBox="1"/>
          <p:nvPr/>
        </p:nvSpPr>
        <p:spPr>
          <a:xfrm>
            <a:off x="2875430" y="3468890"/>
            <a:ext cx="567018" cy="55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🏅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24EAF83-ABE5-CF8D-2812-82B14502C6A2}"/>
              </a:ext>
            </a:extLst>
          </p:cNvPr>
          <p:cNvSpPr txBox="1"/>
          <p:nvPr/>
        </p:nvSpPr>
        <p:spPr>
          <a:xfrm>
            <a:off x="7408484" y="4028274"/>
            <a:ext cx="2096347" cy="1596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s-ES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ALCORCÓN</a:t>
            </a: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</a:pPr>
            <a:r>
              <a:rPr lang="es-E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FUENLABRADA</a:t>
            </a: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E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</a:pPr>
            <a:r>
              <a:rPr lang="es-ES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MÓSTOLES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69A43D43-C391-FDCF-3A87-3DAD80A381B6}"/>
              </a:ext>
            </a:extLst>
          </p:cNvPr>
          <p:cNvCxnSpPr>
            <a:cxnSpLocks/>
          </p:cNvCxnSpPr>
          <p:nvPr/>
        </p:nvCxnSpPr>
        <p:spPr>
          <a:xfrm>
            <a:off x="2758794" y="4028274"/>
            <a:ext cx="6898341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7253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B7DE86A-246F-C289-25F2-BDC3C59C2206}"/>
              </a:ext>
            </a:extLst>
          </p:cNvPr>
          <p:cNvSpPr txBox="1"/>
          <p:nvPr/>
        </p:nvSpPr>
        <p:spPr>
          <a:xfrm>
            <a:off x="1290919" y="317921"/>
            <a:ext cx="8290110" cy="698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36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ALCORCÓN</a:t>
            </a:r>
            <a:endParaRPr lang="es-ES" sz="36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0961A9C5-8DD5-F124-EBEE-02347D2FEBBE}"/>
              </a:ext>
            </a:extLst>
          </p:cNvPr>
          <p:cNvCxnSpPr>
            <a:cxnSpLocks/>
          </p:cNvCxnSpPr>
          <p:nvPr/>
        </p:nvCxnSpPr>
        <p:spPr>
          <a:xfrm>
            <a:off x="1344706" y="1015933"/>
            <a:ext cx="8236322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126F9B04-4EDE-A25B-4DA2-EE358DBC6EB5}"/>
              </a:ext>
            </a:extLst>
          </p:cNvPr>
          <p:cNvSpPr txBox="1"/>
          <p:nvPr/>
        </p:nvSpPr>
        <p:spPr>
          <a:xfrm>
            <a:off x="1266264" y="1229718"/>
            <a:ext cx="7931522" cy="55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</a:pPr>
            <a:r>
              <a:rPr lang="es-ES" sz="2600" b="1" dirty="0"/>
              <a:t>Habilidades y estrategias resilientes</a:t>
            </a:r>
            <a:r>
              <a:rPr lang="es-ES" sz="2800" b="1" dirty="0"/>
              <a:t>.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708B8A-1B92-4ABF-AD97-26D5B09FEADA}"/>
              </a:ext>
            </a:extLst>
          </p:cNvPr>
          <p:cNvSpPr txBox="1"/>
          <p:nvPr/>
        </p:nvSpPr>
        <p:spPr>
          <a:xfrm>
            <a:off x="1266263" y="1713945"/>
            <a:ext cx="7931523" cy="458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</a:pPr>
            <a:r>
              <a:rPr lang="es-ES" sz="2200" b="1" i="1" dirty="0"/>
              <a:t>Almudena Gómez Jiménez</a:t>
            </a:r>
            <a:endParaRPr lang="es-ES" sz="2200" i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65D315F-56D4-8260-2AC7-E6D68D67F03E}"/>
              </a:ext>
            </a:extLst>
          </p:cNvPr>
          <p:cNvSpPr txBox="1"/>
          <p:nvPr/>
        </p:nvSpPr>
        <p:spPr>
          <a:xfrm>
            <a:off x="1683123" y="2356389"/>
            <a:ext cx="7514664" cy="713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Formas de decir que NO sin tener que recurrir a un monosílabo todo ello a través de distintas herramientas y con la aportación de sus participantes.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CAE3D84-89E1-4EDA-C221-6B2D32853302}"/>
              </a:ext>
            </a:extLst>
          </p:cNvPr>
          <p:cNvSpPr txBox="1"/>
          <p:nvPr/>
        </p:nvSpPr>
        <p:spPr>
          <a:xfrm>
            <a:off x="1418664" y="3910162"/>
            <a:ext cx="7779124" cy="55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</a:pPr>
            <a:r>
              <a:rPr lang="es-ES" sz="2600" b="1" dirty="0"/>
              <a:t>Espacios de duelo</a:t>
            </a:r>
            <a:r>
              <a:rPr lang="es-ES" sz="2800" b="1" dirty="0"/>
              <a:t>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CD1F2F6-CA59-C236-EDDC-CD2C6D383301}"/>
              </a:ext>
            </a:extLst>
          </p:cNvPr>
          <p:cNvSpPr txBox="1"/>
          <p:nvPr/>
        </p:nvSpPr>
        <p:spPr>
          <a:xfrm>
            <a:off x="1418664" y="4394389"/>
            <a:ext cx="7779122" cy="458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</a:pPr>
            <a:r>
              <a:rPr lang="es-ES" sz="2200" b="1" i="1" dirty="0"/>
              <a:t>Raquel Martín Ríos</a:t>
            </a:r>
            <a:endParaRPr lang="es-ES" sz="2200" i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CC7404A-5EBC-E159-4828-F50AA6B4B85B}"/>
              </a:ext>
            </a:extLst>
          </p:cNvPr>
          <p:cNvSpPr txBox="1"/>
          <p:nvPr/>
        </p:nvSpPr>
        <p:spPr>
          <a:xfrm>
            <a:off x="3173507" y="5036833"/>
            <a:ext cx="6024280" cy="1032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Este laboratorio se apoyó en la elaboración de un listado de asuntos pendientes en tema de duelos, ayudando a facilitar la expresión emocional y un cierre simbólico. </a:t>
            </a:r>
          </a:p>
        </p:txBody>
      </p:sp>
    </p:spTree>
    <p:extLst>
      <p:ext uri="{BB962C8B-B14F-4D97-AF65-F5344CB8AC3E}">
        <p14:creationId xmlns:p14="http://schemas.microsoft.com/office/powerpoint/2010/main" val="4191619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1383D-1081-73DA-4B94-862420500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8FA84FC-4A30-450B-FE9E-1746CC89D630}"/>
              </a:ext>
            </a:extLst>
          </p:cNvPr>
          <p:cNvSpPr txBox="1"/>
          <p:nvPr/>
        </p:nvSpPr>
        <p:spPr>
          <a:xfrm>
            <a:off x="1290919" y="317921"/>
            <a:ext cx="8290110" cy="698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36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ALCORCÓN</a:t>
            </a:r>
            <a:endParaRPr lang="es-ES" sz="36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3BCBD55B-7504-B3E2-B978-C2795F6742F7}"/>
              </a:ext>
            </a:extLst>
          </p:cNvPr>
          <p:cNvCxnSpPr>
            <a:cxnSpLocks/>
          </p:cNvCxnSpPr>
          <p:nvPr/>
        </p:nvCxnSpPr>
        <p:spPr>
          <a:xfrm>
            <a:off x="1344706" y="1015933"/>
            <a:ext cx="8236322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6215B29E-3D91-A718-CF40-CEB408035EE1}"/>
              </a:ext>
            </a:extLst>
          </p:cNvPr>
          <p:cNvSpPr txBox="1"/>
          <p:nvPr/>
        </p:nvSpPr>
        <p:spPr>
          <a:xfrm>
            <a:off x="1266264" y="1229718"/>
            <a:ext cx="7931522" cy="1054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</a:pPr>
            <a:r>
              <a:rPr lang="es-ES" sz="2600" b="1" dirty="0"/>
              <a:t>Estrategias de afrontamiento adaptativas ante problemas psicológicos, emocionales y relacionales.</a:t>
            </a:r>
            <a:r>
              <a:rPr lang="es-ES" sz="2800" b="1" dirty="0"/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265EA3A-EBFA-A885-4CA4-FE8D603E8565}"/>
              </a:ext>
            </a:extLst>
          </p:cNvPr>
          <p:cNvSpPr txBox="1"/>
          <p:nvPr/>
        </p:nvSpPr>
        <p:spPr>
          <a:xfrm>
            <a:off x="1266263" y="2393025"/>
            <a:ext cx="7931523" cy="458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</a:pPr>
            <a:r>
              <a:rPr lang="es-ES" sz="2200" b="1" i="1" dirty="0"/>
              <a:t>Ariadna de la Vega Castelo</a:t>
            </a:r>
            <a:endParaRPr lang="es-ES" sz="2200" i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C3269BD-E0B3-EC3E-F9C4-BD6D8EA85A7E}"/>
              </a:ext>
            </a:extLst>
          </p:cNvPr>
          <p:cNvSpPr txBox="1"/>
          <p:nvPr/>
        </p:nvSpPr>
        <p:spPr>
          <a:xfrm>
            <a:off x="1683122" y="2851869"/>
            <a:ext cx="7514664" cy="103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dirty="0"/>
              <a:t>El objetivo se centró en establecer colaboraciones y sinergias entre personas, profesionales e instituciones interesadas en el desarrollo de estrategias de afrontamiento saludables y adaptativas para afrontar problemas</a:t>
            </a: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5EE4531-472C-0571-B936-7E85E61157FF}"/>
              </a:ext>
            </a:extLst>
          </p:cNvPr>
          <p:cNvSpPr txBox="1"/>
          <p:nvPr/>
        </p:nvSpPr>
        <p:spPr>
          <a:xfrm>
            <a:off x="3307974" y="4000414"/>
            <a:ext cx="5889812" cy="98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</a:pPr>
            <a:r>
              <a:rPr lang="es-ES" sz="2600" b="1" dirty="0"/>
              <a:t>Cuidando mi salud mental como parte de mi rutina.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F611525-FAD2-02E3-2C77-621EB82F18AE}"/>
              </a:ext>
            </a:extLst>
          </p:cNvPr>
          <p:cNvSpPr txBox="1"/>
          <p:nvPr/>
        </p:nvSpPr>
        <p:spPr>
          <a:xfrm>
            <a:off x="1418664" y="4985940"/>
            <a:ext cx="7779122" cy="458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</a:pPr>
            <a:r>
              <a:rPr lang="es-ES" sz="2200" b="1" i="1" dirty="0"/>
              <a:t>Cecilia Peñacoba Puente</a:t>
            </a:r>
            <a:endParaRPr lang="es-ES" sz="2200" i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6BF95A4-D532-CE12-4D6D-49854E727D20}"/>
              </a:ext>
            </a:extLst>
          </p:cNvPr>
          <p:cNvSpPr txBox="1"/>
          <p:nvPr/>
        </p:nvSpPr>
        <p:spPr>
          <a:xfrm>
            <a:off x="2205318" y="5586662"/>
            <a:ext cx="6992469" cy="1032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 objetivo principal consistió en promover la conciencia sobre la importancia de la salud mental y brindar herramientas prácticas y realistas. </a:t>
            </a:r>
          </a:p>
        </p:txBody>
      </p:sp>
    </p:spTree>
    <p:extLst>
      <p:ext uri="{BB962C8B-B14F-4D97-AF65-F5344CB8AC3E}">
        <p14:creationId xmlns:p14="http://schemas.microsoft.com/office/powerpoint/2010/main" val="940137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3E68F-B2DB-1397-CFF0-20462D969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705605E-31B7-2E4A-33CF-5387D06F1AC7}"/>
              </a:ext>
            </a:extLst>
          </p:cNvPr>
          <p:cNvSpPr txBox="1"/>
          <p:nvPr/>
        </p:nvSpPr>
        <p:spPr>
          <a:xfrm>
            <a:off x="1290919" y="317921"/>
            <a:ext cx="8290110" cy="698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36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FUENLABRADA</a:t>
            </a:r>
            <a:endParaRPr lang="es-ES" sz="36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70EB1F30-4AF7-5E11-D70C-D6A80003F1BE}"/>
              </a:ext>
            </a:extLst>
          </p:cNvPr>
          <p:cNvCxnSpPr>
            <a:cxnSpLocks/>
          </p:cNvCxnSpPr>
          <p:nvPr/>
        </p:nvCxnSpPr>
        <p:spPr>
          <a:xfrm>
            <a:off x="1344706" y="1015933"/>
            <a:ext cx="8236322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CAD424B4-CD1A-EE58-7ACB-A64F13492D1C}"/>
              </a:ext>
            </a:extLst>
          </p:cNvPr>
          <p:cNvSpPr txBox="1"/>
          <p:nvPr/>
        </p:nvSpPr>
        <p:spPr>
          <a:xfrm>
            <a:off x="1490133" y="1229718"/>
            <a:ext cx="7707653" cy="55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</a:pPr>
            <a:r>
              <a:rPr lang="es-ES" sz="2600" b="1" dirty="0"/>
              <a:t>Comunicación en el entorno digital: Proyecto Meme</a:t>
            </a:r>
            <a:r>
              <a:rPr lang="es-ES" sz="2800" b="1" dirty="0"/>
              <a:t>.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3F8C17A-95E1-CC54-058F-16162E4ED446}"/>
              </a:ext>
            </a:extLst>
          </p:cNvPr>
          <p:cNvSpPr txBox="1"/>
          <p:nvPr/>
        </p:nvSpPr>
        <p:spPr>
          <a:xfrm>
            <a:off x="1266263" y="1897061"/>
            <a:ext cx="7931523" cy="458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</a:pPr>
            <a:r>
              <a:rPr lang="pt-BR" sz="2200" b="1" i="1" dirty="0"/>
              <a:t>Flávia Gomes Franco E Silva</a:t>
            </a:r>
            <a:endParaRPr lang="es-ES" sz="2200" b="1" i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63F6897-A4B3-F890-A61B-70B5475D7E60}"/>
              </a:ext>
            </a:extLst>
          </p:cNvPr>
          <p:cNvSpPr txBox="1"/>
          <p:nvPr/>
        </p:nvSpPr>
        <p:spPr>
          <a:xfrm>
            <a:off x="1916206" y="2497783"/>
            <a:ext cx="7281580" cy="135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 tomó como eje principal la inteligencia colectiva, entendiendo el meme como una herramienta de comunicación ambivalente en la esfera pública. </a:t>
            </a:r>
            <a:r>
              <a:rPr lang="es-ES" dirty="0"/>
              <a:t>El valor social del </a:t>
            </a:r>
            <a:r>
              <a:rPr lang="es-ES"/>
              <a:t>proyecto reside </a:t>
            </a:r>
            <a:r>
              <a:rPr lang="es-ES" dirty="0"/>
              <a:t>en su capacidad para transformar al usuario pasivo en un prosumidor consciente.</a:t>
            </a: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8493CD7-DCF1-5C2A-B611-2757022C9C7A}"/>
              </a:ext>
            </a:extLst>
          </p:cNvPr>
          <p:cNvSpPr txBox="1"/>
          <p:nvPr/>
        </p:nvSpPr>
        <p:spPr>
          <a:xfrm>
            <a:off x="2289386" y="3871755"/>
            <a:ext cx="6908400" cy="1054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</a:pPr>
            <a:r>
              <a:rPr lang="es-ES" sz="2600" b="1" dirty="0"/>
              <a:t>Participación juvenil en la vida política y social: DEMOS</a:t>
            </a:r>
            <a:r>
              <a:rPr lang="es-ES" sz="2800" b="1" dirty="0"/>
              <a:t>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3EA6042-0DAA-59D7-8D70-C108919BD6EF}"/>
              </a:ext>
            </a:extLst>
          </p:cNvPr>
          <p:cNvSpPr txBox="1"/>
          <p:nvPr/>
        </p:nvSpPr>
        <p:spPr>
          <a:xfrm>
            <a:off x="1418664" y="4926018"/>
            <a:ext cx="7779122" cy="458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</a:pPr>
            <a:r>
              <a:rPr lang="es-ES" sz="2200" b="1" i="1" dirty="0"/>
              <a:t>Álvaro Hidalgo Muñoz</a:t>
            </a:r>
            <a:endParaRPr lang="es-ES" sz="2200" i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1463D38-524E-F13F-D733-E32529262D6C}"/>
              </a:ext>
            </a:extLst>
          </p:cNvPr>
          <p:cNvSpPr txBox="1"/>
          <p:nvPr/>
        </p:nvSpPr>
        <p:spPr>
          <a:xfrm>
            <a:off x="2205317" y="5672925"/>
            <a:ext cx="6992469" cy="135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intención fue </a:t>
            </a:r>
            <a:r>
              <a:rPr lang="es-ES" dirty="0"/>
              <a:t> identificar las necesidades y preocupaciones de la juventud, trasladando a</a:t>
            </a: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la comunidad universitaria la importancia de las asociaciones e intentar que se sientan motivados a involucrarse activamente.</a:t>
            </a:r>
          </a:p>
        </p:txBody>
      </p:sp>
    </p:spTree>
    <p:extLst>
      <p:ext uri="{BB962C8B-B14F-4D97-AF65-F5344CB8AC3E}">
        <p14:creationId xmlns:p14="http://schemas.microsoft.com/office/powerpoint/2010/main" val="2763584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807ED-3D69-16B5-B214-A3D3ECF57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90A0864-C4C5-4511-1829-94C1ED36EC22}"/>
              </a:ext>
            </a:extLst>
          </p:cNvPr>
          <p:cNvSpPr txBox="1"/>
          <p:nvPr/>
        </p:nvSpPr>
        <p:spPr>
          <a:xfrm>
            <a:off x="1290919" y="317921"/>
            <a:ext cx="8290110" cy="698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36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FUENLABRADA</a:t>
            </a:r>
            <a:endParaRPr lang="es-ES" sz="36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68B30A9D-D8EA-83DF-2D0A-DD351B06B849}"/>
              </a:ext>
            </a:extLst>
          </p:cNvPr>
          <p:cNvCxnSpPr>
            <a:cxnSpLocks/>
          </p:cNvCxnSpPr>
          <p:nvPr/>
        </p:nvCxnSpPr>
        <p:spPr>
          <a:xfrm>
            <a:off x="1344706" y="1015933"/>
            <a:ext cx="8236322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184130A6-2530-CA24-5F45-9B6D46CE303C}"/>
              </a:ext>
            </a:extLst>
          </p:cNvPr>
          <p:cNvSpPr txBox="1"/>
          <p:nvPr/>
        </p:nvSpPr>
        <p:spPr>
          <a:xfrm>
            <a:off x="663787" y="1257459"/>
            <a:ext cx="8608906" cy="1054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</a:pPr>
            <a:r>
              <a:rPr lang="es-ES" sz="2600" b="1" dirty="0"/>
              <a:t>SENSOLAB – Laboratorio Ciudadano de experimentación Artística Sensorial</a:t>
            </a:r>
            <a:r>
              <a:rPr lang="es-ES" sz="2800" b="1" dirty="0"/>
              <a:t>.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A3E0F65-03BA-36BA-8975-29C214E450C6}"/>
              </a:ext>
            </a:extLst>
          </p:cNvPr>
          <p:cNvSpPr txBox="1"/>
          <p:nvPr/>
        </p:nvSpPr>
        <p:spPr>
          <a:xfrm>
            <a:off x="1266263" y="2386294"/>
            <a:ext cx="7931523" cy="458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</a:pPr>
            <a:r>
              <a:rPr lang="pt-BR" sz="2200" b="1" i="1" dirty="0"/>
              <a:t>Ángel Pazos López</a:t>
            </a:r>
            <a:endParaRPr lang="es-ES" sz="2200" b="1" i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801B3D6-AD3E-CD48-27EF-D73444FB1FFE}"/>
              </a:ext>
            </a:extLst>
          </p:cNvPr>
          <p:cNvSpPr txBox="1"/>
          <p:nvPr/>
        </p:nvSpPr>
        <p:spPr>
          <a:xfrm>
            <a:off x="1916206" y="2878416"/>
            <a:ext cx="7281580" cy="1032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 analizaron una selección de piezas a partir de estímulos táctiles, olfativos, gustativos y sonoros asociados a sus materiales, temáticas o contextos históricos, complementando la experiencia visual habitual.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CE8AD2E-9C2B-39FD-B6DB-FBEF098B7D29}"/>
              </a:ext>
            </a:extLst>
          </p:cNvPr>
          <p:cNvSpPr txBox="1"/>
          <p:nvPr/>
        </p:nvSpPr>
        <p:spPr>
          <a:xfrm>
            <a:off x="1592333" y="4119427"/>
            <a:ext cx="7680360" cy="55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</a:pPr>
            <a:r>
              <a:rPr lang="es-ES" sz="2600" b="1" dirty="0"/>
              <a:t>Voces que se encuentran: generaciones en diálogo</a:t>
            </a:r>
            <a:r>
              <a:rPr lang="es-ES" sz="2800" b="1" dirty="0"/>
              <a:t>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E3EA5BE-2432-564E-5F2E-4C7BBD4D6EE1}"/>
              </a:ext>
            </a:extLst>
          </p:cNvPr>
          <p:cNvSpPr txBox="1"/>
          <p:nvPr/>
        </p:nvSpPr>
        <p:spPr>
          <a:xfrm>
            <a:off x="1418664" y="4886911"/>
            <a:ext cx="7779122" cy="458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</a:pPr>
            <a:r>
              <a:rPr lang="es-ES" sz="2200" b="1" i="1" dirty="0"/>
              <a:t>Vanesa Triviño Alonso</a:t>
            </a:r>
            <a:endParaRPr lang="es-ES" sz="2200" i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8C90D21-9FEC-9757-D2E2-7255644901CF}"/>
              </a:ext>
            </a:extLst>
          </p:cNvPr>
          <p:cNvSpPr txBox="1"/>
          <p:nvPr/>
        </p:nvSpPr>
        <p:spPr>
          <a:xfrm>
            <a:off x="2205317" y="5554496"/>
            <a:ext cx="6992469" cy="135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 objetivo principal </a:t>
            </a:r>
            <a:r>
              <a:rPr lang="es-E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fue </a:t>
            </a: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poner en diálogo a personas de distintas generaciones para que pudieran intercambiar ideas, opiniones, puntos de vista acerca de problemas y aspectos característicos de nuestra sociedad. </a:t>
            </a:r>
          </a:p>
        </p:txBody>
      </p:sp>
    </p:spTree>
    <p:extLst>
      <p:ext uri="{BB962C8B-B14F-4D97-AF65-F5344CB8AC3E}">
        <p14:creationId xmlns:p14="http://schemas.microsoft.com/office/powerpoint/2010/main" val="1815097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71304-560D-D989-BD97-E39D649F0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D373EA6-86B7-B9B6-F8BA-473B660AE08B}"/>
              </a:ext>
            </a:extLst>
          </p:cNvPr>
          <p:cNvSpPr txBox="1"/>
          <p:nvPr/>
        </p:nvSpPr>
        <p:spPr>
          <a:xfrm>
            <a:off x="1290919" y="317921"/>
            <a:ext cx="8290110" cy="698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36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MÓSTOLES</a:t>
            </a:r>
            <a:endParaRPr lang="es-ES" sz="36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89920ABD-5AAB-E214-A30B-F8772B1E3A02}"/>
              </a:ext>
            </a:extLst>
          </p:cNvPr>
          <p:cNvCxnSpPr>
            <a:cxnSpLocks/>
          </p:cNvCxnSpPr>
          <p:nvPr/>
        </p:nvCxnSpPr>
        <p:spPr>
          <a:xfrm>
            <a:off x="1344706" y="1015933"/>
            <a:ext cx="8236322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E6415D8A-5A94-28D7-5076-92DA92B789C8}"/>
              </a:ext>
            </a:extLst>
          </p:cNvPr>
          <p:cNvSpPr txBox="1"/>
          <p:nvPr/>
        </p:nvSpPr>
        <p:spPr>
          <a:xfrm>
            <a:off x="1266264" y="1299883"/>
            <a:ext cx="7931522" cy="55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</a:pPr>
            <a:r>
              <a:rPr lang="es-ES" sz="2600" b="1" dirty="0"/>
              <a:t>Cuentos con energía para cuidar el planeta</a:t>
            </a:r>
            <a:r>
              <a:rPr lang="es-ES" sz="2800" b="1" dirty="0"/>
              <a:t>.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6D96747-1174-FA86-99D8-758AD08D8652}"/>
              </a:ext>
            </a:extLst>
          </p:cNvPr>
          <p:cNvSpPr txBox="1"/>
          <p:nvPr/>
        </p:nvSpPr>
        <p:spPr>
          <a:xfrm>
            <a:off x="1266263" y="1888748"/>
            <a:ext cx="7931523" cy="458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</a:pPr>
            <a:r>
              <a:rPr lang="es-ES" sz="2200" b="1" i="1" dirty="0"/>
              <a:t>María Linares Serrano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2DC55D2-C0F8-1FE0-D78E-993B314DFB11}"/>
              </a:ext>
            </a:extLst>
          </p:cNvPr>
          <p:cNvSpPr txBox="1"/>
          <p:nvPr/>
        </p:nvSpPr>
        <p:spPr>
          <a:xfrm>
            <a:off x="1344706" y="2380870"/>
            <a:ext cx="7853080" cy="1032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Este laboratorio demostró cómo las historias, las emociones y el trabajo colectivo pueden inspirar una ciudadanía más consciente y comprometida con el cuidado del planeta.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D791E5F-7774-8084-EE3B-AE535D70167A}"/>
              </a:ext>
            </a:extLst>
          </p:cNvPr>
          <p:cNvSpPr txBox="1"/>
          <p:nvPr/>
        </p:nvSpPr>
        <p:spPr>
          <a:xfrm>
            <a:off x="2602004" y="3902061"/>
            <a:ext cx="6595782" cy="1054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</a:pPr>
            <a:r>
              <a:rPr lang="es-ES" sz="2600" b="1" dirty="0"/>
              <a:t>Biblioteca abierta: una mirada a Móstoles a través de libros, fotografía y versos</a:t>
            </a:r>
            <a:r>
              <a:rPr lang="es-ES" sz="2800" b="1" dirty="0"/>
              <a:t>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088AE43-4838-22FF-32A8-EC31C116F185}"/>
              </a:ext>
            </a:extLst>
          </p:cNvPr>
          <p:cNvSpPr txBox="1"/>
          <p:nvPr/>
        </p:nvSpPr>
        <p:spPr>
          <a:xfrm>
            <a:off x="1418664" y="4985940"/>
            <a:ext cx="7779122" cy="458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</a:pPr>
            <a:r>
              <a:rPr lang="es-ES" sz="2200" b="1" i="1" dirty="0"/>
              <a:t>Cristina Rincón Moreno. Biblioteca de Móstoles</a:t>
            </a:r>
            <a:endParaRPr lang="es-ES" sz="2200" i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AC27A5C-ABA0-68F3-D4CA-53E5070E9CCE}"/>
              </a:ext>
            </a:extLst>
          </p:cNvPr>
          <p:cNvSpPr txBox="1"/>
          <p:nvPr/>
        </p:nvSpPr>
        <p:spPr>
          <a:xfrm>
            <a:off x="2205318" y="5586662"/>
            <a:ext cx="6992469" cy="1032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Tomando como hilo conductor la novela Las tres heridas, de Paloma Sánchez-Garnica —parte de cuya trama transcurre en Móstoles—, se desarrollaron diversas actividades con los colaboradores.</a:t>
            </a:r>
          </a:p>
        </p:txBody>
      </p:sp>
    </p:spTree>
    <p:extLst>
      <p:ext uri="{BB962C8B-B14F-4D97-AF65-F5344CB8AC3E}">
        <p14:creationId xmlns:p14="http://schemas.microsoft.com/office/powerpoint/2010/main" val="1758243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71A15-D935-7CB6-4618-875CE4A36C4A}"/>
              </a:ext>
            </a:extLst>
          </p:cNvPr>
          <p:cNvSpPr txBox="1">
            <a:spLocks/>
          </p:cNvSpPr>
          <p:nvPr/>
        </p:nvSpPr>
        <p:spPr>
          <a:xfrm>
            <a:off x="591671" y="1411006"/>
            <a:ext cx="8854888" cy="147002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>
            <a:lvl1pPr marL="0" marR="0" lvl="0" indent="0" algn="ctr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4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r>
              <a:rPr lang="es-ES" b="1" dirty="0"/>
              <a:t>¡Os animamos a todos </a:t>
            </a:r>
          </a:p>
          <a:p>
            <a:r>
              <a:rPr lang="es-ES" b="1" dirty="0"/>
              <a:t>a participar en la próxima edición!</a:t>
            </a:r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409DBBE-BAD6-7294-AECF-80FFC1E5A2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7109" y="3056598"/>
            <a:ext cx="5684744" cy="120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8319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V JORNADAS DE CULTURA LIBRE Y CIENCIA ABIERTA" id="{E2DB62B4-F671-41E1-8CE8-B7CD1A4AB702}" vid="{C9EF09F0-2E3C-4F15-B471-660318F9F5F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f84c4ea-370d-4b9e-830c-756f8bf1b51f}" enabled="0" method="" siteId="{5f84c4ea-370d-4b9e-830c-756f8bf1b51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jornadas-cultura-libre-urjc</Template>
  <TotalTime>107</TotalTime>
  <Words>488</Words>
  <Application>Microsoft Office PowerPoint</Application>
  <PresentationFormat>Personalizado</PresentationFormat>
  <Paragraphs>55</Paragraphs>
  <Slides>9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Aptos</vt:lpstr>
      <vt:lpstr>Arial</vt:lpstr>
      <vt:lpstr>Calibri</vt:lpstr>
      <vt:lpstr>Inter Bold</vt:lpstr>
      <vt:lpstr>Inter Heavy</vt:lpstr>
      <vt:lpstr>Inter Semi-Bold</vt:lpstr>
      <vt:lpstr>Tema de Office</vt:lpstr>
      <vt:lpstr>II Edición Laboratorios Ciudadanos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Carmen Soler Vaquer</dc:creator>
  <cp:lastModifiedBy>María Teresa García Ruiz</cp:lastModifiedBy>
  <cp:revision>4</cp:revision>
  <cp:lastPrinted>2026-03-23T10:21:25Z</cp:lastPrinted>
  <dcterms:created xsi:type="dcterms:W3CDTF">2026-03-23T08:43:00Z</dcterms:created>
  <dcterms:modified xsi:type="dcterms:W3CDTF">2026-03-23T12:36:03Z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0x010100752FA1CE5232A0449EF73C288401E279</vt:lpwstr>
  </property>
</Properties>
</file>